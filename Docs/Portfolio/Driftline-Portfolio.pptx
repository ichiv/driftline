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91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109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71716" y="470916"/>
            <a:ext cx="4956048" cy="5126760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assets/crop_board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502920"/>
            <a:ext cx="4892040" cy="5062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41732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097280" y="1344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CLOCKWORK TABLETOP TACTICS GAME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636776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DRIFTLINE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Roll. Slide. Surround. </a:t>
            </a:r>
            <a:r>
              <a:rPr lang="en-US" altLang="zh-CN" sz="17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r>
              <a:rPr lang="en-US" sz="17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408956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teams enter an ancient clockwork board. Dice decide how far you drift — walls decide when you stop. Connect five in a row, or be the last team standing.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621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Inspiration &amp; World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DRIFTLINE ·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games I grew up 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played </a:t>
            </a:r>
            <a:r>
              <a:rPr lang="en-US" sz="1200" b="1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r>
              <a:rPr lang="en-US" sz="1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years. Driftline fuses it with the other two boards on our family table: </a:t>
            </a:r>
            <a:r>
              <a:rPr lang="en-US" sz="1200" b="1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r>
              <a:rPr lang="en-US" sz="1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shared-breath captures, </a:t>
            </a:r>
            <a:r>
              <a:rPr lang="en-US" sz="1200" b="1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Gomoku</a:t>
            </a:r>
            <a:r>
              <a:rPr lang="en-US" sz="1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five-in-a-row finish, and the dice, deployment and bumping of </a:t>
            </a:r>
            <a:r>
              <a:rPr lang="en-US" sz="1200" b="1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Aeroplane Chess</a:t>
            </a:r>
            <a:r>
              <a:rPr lang="en-US" sz="1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443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Minecraft first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love </a:t>
            </a:r>
            <a:r>
              <a:rPr lang="en-US" sz="1200" b="1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</a:t>
            </a:r>
            <a:r>
              <a:rPr lang="en-US" sz="1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before a single line of code I built the first board block by block — the four colored corners, the wall tiles and the portals were all there from day one. Every rule since is an iteration of that wooden prototype.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5367528" cy="1371600"/>
          </a:xfrm>
          <a:prstGeom prst="roundRect">
            <a:avLst>
              <a:gd name="adj" fmla="val 4667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8680" y="4919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519379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corner colors survived the move to Unity — they became the four expeditions racing for the Realm Key.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1366" y="1522476"/>
            <a:ext cx="4939508" cy="4270248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0" descr="assets/mc_proto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70" y="1554480"/>
            <a:ext cx="4875500" cy="42062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0" y="58338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board — built in Minecraft before a single line of code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→ 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621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Blocks to Board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DRIFTLINE ·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07008" y="14996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Minecraft 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72281" y="1924812"/>
            <a:ext cx="2501758" cy="2167128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assets/mc_proto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285" y="1956816"/>
            <a:ext cx="2437750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22452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Wood, wool and colored clay — corners, walls and portals already in place.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343400" y="1444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910328" y="14996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Unity build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35343" y="1924812"/>
            <a:ext cx="2182274" cy="2167128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1" descr="assets/early_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47" y="1956816"/>
            <a:ext cx="2118266" cy="21031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422452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grey-box grid with real rules — every core mechanic already playable.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046720" y="1444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613648" y="14996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745178" y="1924812"/>
            <a:ext cx="2169245" cy="2167128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2" descr="assets/today_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182" y="1956816"/>
            <a:ext cx="2105237" cy="21031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0" y="422452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arenas, LAN multiplayer, and an AI that actually plans.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0080" y="5138928"/>
            <a:ext cx="10908792" cy="1170432"/>
          </a:xfrm>
          <a:prstGeom prst="roundRect">
            <a:avLst>
              <a:gd name="adj" fmla="val 5469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868680" y="53949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corners, same walls, same portals — the wooden sketch and the shipped game still agree with each other.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TURN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621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Loop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DRIFTLINE ·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463040" cy="685800"/>
          </a:xfrm>
          <a:prstGeom prst="roundRect">
            <a:avLst>
              <a:gd name="adj" fmla="val 12000"/>
            </a:avLst>
          </a:prstGeom>
          <a:solidFill>
            <a:srgbClr val="26211B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94944" y="148132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die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03120" y="1828800"/>
            <a:ext cx="22860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331720" y="1234440"/>
            <a:ext cx="1463040" cy="1188720"/>
          </a:xfrm>
          <a:prstGeom prst="diamond">
            <a:avLst/>
          </a:prstGeom>
          <a:solidFill>
            <a:srgbClr val="26211B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565806" y="1543507"/>
            <a:ext cx="994867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piece to deploy?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75888" y="15361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1828800"/>
            <a:ext cx="22860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023360" y="1481328"/>
            <a:ext cx="1463040" cy="685800"/>
          </a:xfrm>
          <a:prstGeom prst="roundRect">
            <a:avLst>
              <a:gd name="adj" fmla="val 12000"/>
            </a:avLst>
          </a:prstGeom>
          <a:solidFill>
            <a:srgbClr val="26211B"/>
          </a:solidFill>
          <a:ln w="15875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078224" y="148132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piece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0" y="1828800"/>
            <a:ext cx="22860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715000" y="1234440"/>
            <a:ext cx="1463040" cy="1188720"/>
          </a:xfrm>
          <a:prstGeom prst="diamond">
            <a:avLst/>
          </a:prstGeom>
          <a:solidFill>
            <a:srgbClr val="26211B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949086" y="1543507"/>
            <a:ext cx="994867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 item?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59168" y="15361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78040" y="1828800"/>
            <a:ext cx="22860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406640" y="1481328"/>
            <a:ext cx="1463040" cy="685800"/>
          </a:xfrm>
          <a:prstGeom prst="roundRect">
            <a:avLst>
              <a:gd name="adj" fmla="val 12000"/>
            </a:avLst>
          </a:prstGeom>
          <a:solidFill>
            <a:srgbClr val="26211B"/>
          </a:solidFill>
          <a:ln w="15875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461504" y="148132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route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 stop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69680" y="1828800"/>
            <a:ext cx="22860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098280" y="1481328"/>
            <a:ext cx="1463040" cy="685800"/>
          </a:xfrm>
          <a:prstGeom prst="roundRect">
            <a:avLst>
              <a:gd name="adj" fmla="val 12000"/>
            </a:avLst>
          </a:prstGeom>
          <a:solidFill>
            <a:srgbClr val="26211B"/>
          </a:solidFill>
          <a:ln w="15875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153144" y="148132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— red circles preview every capture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29800" y="2167128"/>
            <a:ext cx="0" cy="1261872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063240" y="2423160"/>
            <a:ext cx="0" cy="27432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145536" y="24505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31720" y="2697480"/>
            <a:ext cx="1463040" cy="548640"/>
          </a:xfrm>
          <a:prstGeom prst="roundRect">
            <a:avLst>
              <a:gd name="adj" fmla="val 15000"/>
            </a:avLst>
          </a:prstGeom>
          <a:solidFill>
            <a:srgbClr val="26211B"/>
          </a:solidFill>
          <a:ln w="15875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386584" y="269748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spawn — free, once before sliding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94760" y="2971800"/>
            <a:ext cx="96012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 flipV="1">
            <a:off x="4754880" y="2167128"/>
            <a:ext cx="0" cy="804672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46520" y="2423160"/>
            <a:ext cx="0" cy="27432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528816" y="24505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15000" y="2697480"/>
            <a:ext cx="1463040" cy="548640"/>
          </a:xfrm>
          <a:prstGeom prst="roundRect">
            <a:avLst>
              <a:gd name="adj" fmla="val 15000"/>
            </a:avLst>
          </a:prstGeom>
          <a:solidFill>
            <a:srgbClr val="26211B"/>
          </a:solidFill>
          <a:ln w="15875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769864" y="269748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· Phase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· Breach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178040" y="2971800"/>
            <a:ext cx="96012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9098280" y="3429000"/>
            <a:ext cx="1463040" cy="685800"/>
          </a:xfrm>
          <a:prstGeom prst="roundRect">
            <a:avLst>
              <a:gd name="adj" fmla="val 12000"/>
            </a:avLst>
          </a:prstGeom>
          <a:solidFill>
            <a:srgbClr val="26211B"/>
          </a:solidFill>
          <a:ln w="15875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153144" y="342900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 drifts — walls stop it, portals jump, rams bite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 flipH="1">
            <a:off x="8869680" y="3767328"/>
            <a:ext cx="22860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406640" y="3182112"/>
            <a:ext cx="1463040" cy="1188720"/>
          </a:xfrm>
          <a:prstGeom prst="diamond">
            <a:avLst/>
          </a:prstGeom>
          <a:solidFill>
            <a:srgbClr val="26211B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640726" y="3491179"/>
            <a:ext cx="994867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left?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flipV="1">
            <a:off x="8138160" y="2167128"/>
            <a:ext cx="0" cy="1014984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229600" y="25786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same piece keeps going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42048" y="35112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 flipH="1">
            <a:off x="7178040" y="3767328"/>
            <a:ext cx="22860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715000" y="3429000"/>
            <a:ext cx="1463040" cy="685800"/>
          </a:xfrm>
          <a:prstGeom prst="roundRect">
            <a:avLst>
              <a:gd name="adj" fmla="val 12000"/>
            </a:avLst>
          </a:prstGeom>
          <a:solidFill>
            <a:srgbClr val="26211B"/>
          </a:solidFill>
          <a:ln w="15875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769864" y="342900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settles — surrounds, walls cycle, pickups top up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 flipH="1">
            <a:off x="5486400" y="3767328"/>
            <a:ext cx="22860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4023360" y="3182112"/>
            <a:ext cx="1463040" cy="1188720"/>
          </a:xfrm>
          <a:prstGeom prst="diamond">
            <a:avLst/>
          </a:prstGeom>
          <a:solidFill>
            <a:srgbClr val="26211B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257446" y="3491179"/>
            <a:ext cx="994867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 a row? One team left?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611880" y="35112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 flipH="1">
            <a:off x="3794760" y="3767328"/>
            <a:ext cx="22860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2331720" y="3429000"/>
            <a:ext cx="1463040" cy="6858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 w="15875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2386584" y="342900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won!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754880" y="4370832"/>
            <a:ext cx="0" cy="292608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 flipH="1">
            <a:off x="1371600" y="4663440"/>
            <a:ext cx="3383280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 flipV="1">
            <a:off x="1371600" y="2167128"/>
            <a:ext cx="0" cy="2496312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536192" y="46817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next turn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0080" y="5084064"/>
            <a:ext cx="10908792" cy="1316736"/>
          </a:xfrm>
          <a:prstGeom prst="roundRect">
            <a:avLst>
              <a:gd name="adj" fmla="val 4861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868680" y="5212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— SPAWN ON THE BOARD AT WEIGHTED RANDOM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68680" y="5486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WALL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68680" y="5760720"/>
            <a:ext cx="2514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straight through one wall.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538728" y="5486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538728" y="5760720"/>
            <a:ext cx="2514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on golden stop tiles.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08776" y="5486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CAPTURE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208776" y="5760720"/>
            <a:ext cx="2514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a piece — instant removal.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78824" y="5486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WALL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878824" y="5760720"/>
            <a:ext cx="2514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a wall, open a lane.</a:t>
            </a:r>
            <a:endParaRPr lang="en-US" sz="1000" dirty="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5DBB47C2-F586-5090-D7E2-8D6CBD0A4CC6}"/>
              </a:ext>
            </a:extLst>
          </p:cNvPr>
          <p:cNvSpPr/>
          <p:nvPr/>
        </p:nvSpPr>
        <p:spPr>
          <a:xfrm>
            <a:off x="3886047" y="35844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055C78AC-701D-1054-D11F-D86AAFE133A6}"/>
              </a:ext>
            </a:extLst>
          </p:cNvPr>
          <p:cNvSpPr/>
          <p:nvPr/>
        </p:nvSpPr>
        <p:spPr>
          <a:xfrm>
            <a:off x="4795266" y="43982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FIGHTS 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621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Board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DRIFTLINE ·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18120" cy="4937760"/>
          </a:xfrm>
          <a:prstGeom prst="roundRect">
            <a:avLst>
              <a:gd name="adj" fmla="val 1296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1089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N — one diagonal ring stands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0" y="1554480"/>
            <a:ext cx="31089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N+1 — the other ring stands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101852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243584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385316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527048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668780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810512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952244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093976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235708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377440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519172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660904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802636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944368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086100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227832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369564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511296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60120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101852" y="1988820"/>
            <a:ext cx="141732" cy="141732"/>
          </a:xfrm>
          <a:prstGeom prst="rect">
            <a:avLst/>
          </a:prstGeom>
          <a:solidFill>
            <a:srgbClr val="D053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243584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385316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527048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668780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810512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952244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2093976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2235708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2377440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2519172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2660904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2802636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2944368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3086100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3227832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3369564" y="1988820"/>
            <a:ext cx="141732" cy="141732"/>
          </a:xfrm>
          <a:prstGeom prst="rect">
            <a:avLst/>
          </a:prstGeom>
          <a:solidFill>
            <a:srgbClr val="5B8DD9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3511296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960120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101852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243584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385316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527048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668780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810512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952244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2093976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2235708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2377440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2519172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2660904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2802636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2944368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3086100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3227832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3369564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3511296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960120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1101852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1243584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1385316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1527048" y="2272284"/>
            <a:ext cx="141732" cy="141732"/>
          </a:xfrm>
          <a:prstGeom prst="rect">
            <a:avLst/>
          </a:prstGeom>
          <a:solidFill>
            <a:srgbClr val="7A332E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1668780" y="2272284"/>
            <a:ext cx="141732" cy="141732"/>
          </a:xfrm>
          <a:prstGeom prst="rect">
            <a:avLst/>
          </a:prstGeom>
          <a:solidFill>
            <a:srgbClr val="7A332E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1810512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1952244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2093976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2235708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2377440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2519172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2660904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2802636" y="2272284"/>
            <a:ext cx="141732" cy="141732"/>
          </a:xfrm>
          <a:prstGeom prst="rect">
            <a:avLst/>
          </a:prstGeom>
          <a:solidFill>
            <a:srgbClr val="33517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2944368" y="2272284"/>
            <a:ext cx="141732" cy="141732"/>
          </a:xfrm>
          <a:prstGeom prst="rect">
            <a:avLst/>
          </a:prstGeom>
          <a:solidFill>
            <a:srgbClr val="33517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3086100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3227832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hape 81"/>
          <p:cNvSpPr/>
          <p:nvPr/>
        </p:nvSpPr>
        <p:spPr>
          <a:xfrm>
            <a:off x="3369564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3511296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>
            <a:off x="960120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84"/>
          <p:cNvSpPr/>
          <p:nvPr/>
        </p:nvSpPr>
        <p:spPr>
          <a:xfrm>
            <a:off x="1101852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85"/>
          <p:cNvSpPr/>
          <p:nvPr/>
        </p:nvSpPr>
        <p:spPr>
          <a:xfrm>
            <a:off x="1243584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86"/>
          <p:cNvSpPr/>
          <p:nvPr/>
        </p:nvSpPr>
        <p:spPr>
          <a:xfrm>
            <a:off x="1385316" y="2414016"/>
            <a:ext cx="141732" cy="141732"/>
          </a:xfrm>
          <a:prstGeom prst="rect">
            <a:avLst/>
          </a:prstGeom>
          <a:solidFill>
            <a:srgbClr val="7A332E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>
            <a:off x="1527048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>
            <a:off x="1668780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>
            <a:off x="1810512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Shape 90"/>
          <p:cNvSpPr/>
          <p:nvPr/>
        </p:nvSpPr>
        <p:spPr>
          <a:xfrm>
            <a:off x="1952244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hape 91"/>
          <p:cNvSpPr/>
          <p:nvPr/>
        </p:nvSpPr>
        <p:spPr>
          <a:xfrm>
            <a:off x="1974921" y="2436693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92"/>
          <p:cNvSpPr/>
          <p:nvPr/>
        </p:nvSpPr>
        <p:spPr>
          <a:xfrm>
            <a:off x="2093976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hape 93"/>
          <p:cNvSpPr/>
          <p:nvPr/>
        </p:nvSpPr>
        <p:spPr>
          <a:xfrm>
            <a:off x="2235708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Shape 94"/>
          <p:cNvSpPr/>
          <p:nvPr/>
        </p:nvSpPr>
        <p:spPr>
          <a:xfrm>
            <a:off x="2377440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hape 95"/>
          <p:cNvSpPr/>
          <p:nvPr/>
        </p:nvSpPr>
        <p:spPr>
          <a:xfrm>
            <a:off x="2519172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Shape 96"/>
          <p:cNvSpPr/>
          <p:nvPr/>
        </p:nvSpPr>
        <p:spPr>
          <a:xfrm>
            <a:off x="2541849" y="2436693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hape 97"/>
          <p:cNvSpPr/>
          <p:nvPr/>
        </p:nvSpPr>
        <p:spPr>
          <a:xfrm>
            <a:off x="2660904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Shape 98"/>
          <p:cNvSpPr/>
          <p:nvPr/>
        </p:nvSpPr>
        <p:spPr>
          <a:xfrm>
            <a:off x="2802636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hape 99"/>
          <p:cNvSpPr/>
          <p:nvPr/>
        </p:nvSpPr>
        <p:spPr>
          <a:xfrm>
            <a:off x="2944368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Shape 100"/>
          <p:cNvSpPr/>
          <p:nvPr/>
        </p:nvSpPr>
        <p:spPr>
          <a:xfrm>
            <a:off x="3086100" y="2414016"/>
            <a:ext cx="141732" cy="141732"/>
          </a:xfrm>
          <a:prstGeom prst="rect">
            <a:avLst/>
          </a:prstGeom>
          <a:solidFill>
            <a:srgbClr val="33517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hape 101"/>
          <p:cNvSpPr/>
          <p:nvPr/>
        </p:nvSpPr>
        <p:spPr>
          <a:xfrm>
            <a:off x="3227832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Shape 102"/>
          <p:cNvSpPr/>
          <p:nvPr/>
        </p:nvSpPr>
        <p:spPr>
          <a:xfrm>
            <a:off x="3369564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hape 103"/>
          <p:cNvSpPr/>
          <p:nvPr/>
        </p:nvSpPr>
        <p:spPr>
          <a:xfrm>
            <a:off x="3511296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Shape 104"/>
          <p:cNvSpPr/>
          <p:nvPr/>
        </p:nvSpPr>
        <p:spPr>
          <a:xfrm>
            <a:off x="960120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hape 105"/>
          <p:cNvSpPr/>
          <p:nvPr/>
        </p:nvSpPr>
        <p:spPr>
          <a:xfrm>
            <a:off x="1101852" y="255574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Shape 106"/>
          <p:cNvSpPr/>
          <p:nvPr/>
        </p:nvSpPr>
        <p:spPr>
          <a:xfrm>
            <a:off x="1243584" y="255574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hape 107"/>
          <p:cNvSpPr/>
          <p:nvPr/>
        </p:nvSpPr>
        <p:spPr>
          <a:xfrm>
            <a:off x="1385316" y="2555748"/>
            <a:ext cx="141732" cy="141732"/>
          </a:xfrm>
          <a:prstGeom prst="rect">
            <a:avLst/>
          </a:prstGeom>
          <a:solidFill>
            <a:srgbClr val="7A332E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Shape 108"/>
          <p:cNvSpPr/>
          <p:nvPr/>
        </p:nvSpPr>
        <p:spPr>
          <a:xfrm>
            <a:off x="1527048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hape 109"/>
          <p:cNvSpPr/>
          <p:nvPr/>
        </p:nvSpPr>
        <p:spPr>
          <a:xfrm>
            <a:off x="1668780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Shape 110"/>
          <p:cNvSpPr/>
          <p:nvPr/>
        </p:nvSpPr>
        <p:spPr>
          <a:xfrm>
            <a:off x="1810512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hape 111"/>
          <p:cNvSpPr/>
          <p:nvPr/>
        </p:nvSpPr>
        <p:spPr>
          <a:xfrm>
            <a:off x="1952244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Shape 112"/>
          <p:cNvSpPr/>
          <p:nvPr/>
        </p:nvSpPr>
        <p:spPr>
          <a:xfrm>
            <a:off x="2093976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hape 113"/>
          <p:cNvSpPr/>
          <p:nvPr/>
        </p:nvSpPr>
        <p:spPr>
          <a:xfrm>
            <a:off x="2235708" y="255574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Shape 114"/>
          <p:cNvSpPr/>
          <p:nvPr/>
        </p:nvSpPr>
        <p:spPr>
          <a:xfrm>
            <a:off x="2377440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hape 115"/>
          <p:cNvSpPr/>
          <p:nvPr/>
        </p:nvSpPr>
        <p:spPr>
          <a:xfrm>
            <a:off x="2519172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Shape 116"/>
          <p:cNvSpPr/>
          <p:nvPr/>
        </p:nvSpPr>
        <p:spPr>
          <a:xfrm>
            <a:off x="2660904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hape 117"/>
          <p:cNvSpPr/>
          <p:nvPr/>
        </p:nvSpPr>
        <p:spPr>
          <a:xfrm>
            <a:off x="2802636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Shape 118"/>
          <p:cNvSpPr/>
          <p:nvPr/>
        </p:nvSpPr>
        <p:spPr>
          <a:xfrm>
            <a:off x="2944368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Shape 119"/>
          <p:cNvSpPr/>
          <p:nvPr/>
        </p:nvSpPr>
        <p:spPr>
          <a:xfrm>
            <a:off x="3086100" y="2555748"/>
            <a:ext cx="141732" cy="141732"/>
          </a:xfrm>
          <a:prstGeom prst="rect">
            <a:avLst/>
          </a:prstGeom>
          <a:solidFill>
            <a:srgbClr val="33517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Shape 120"/>
          <p:cNvSpPr/>
          <p:nvPr/>
        </p:nvSpPr>
        <p:spPr>
          <a:xfrm>
            <a:off x="3227832" y="255574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hape 121"/>
          <p:cNvSpPr/>
          <p:nvPr/>
        </p:nvSpPr>
        <p:spPr>
          <a:xfrm>
            <a:off x="3369564" y="255574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Shape 122"/>
          <p:cNvSpPr/>
          <p:nvPr/>
        </p:nvSpPr>
        <p:spPr>
          <a:xfrm>
            <a:off x="3511296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hape 123"/>
          <p:cNvSpPr/>
          <p:nvPr/>
        </p:nvSpPr>
        <p:spPr>
          <a:xfrm>
            <a:off x="960120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Shape 124"/>
          <p:cNvSpPr/>
          <p:nvPr/>
        </p:nvSpPr>
        <p:spPr>
          <a:xfrm>
            <a:off x="1101852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hape 125"/>
          <p:cNvSpPr/>
          <p:nvPr/>
        </p:nvSpPr>
        <p:spPr>
          <a:xfrm>
            <a:off x="1243584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Shape 126"/>
          <p:cNvSpPr/>
          <p:nvPr/>
        </p:nvSpPr>
        <p:spPr>
          <a:xfrm>
            <a:off x="1385316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Shape 127"/>
          <p:cNvSpPr/>
          <p:nvPr/>
        </p:nvSpPr>
        <p:spPr>
          <a:xfrm>
            <a:off x="1527048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Shape 128"/>
          <p:cNvSpPr/>
          <p:nvPr/>
        </p:nvSpPr>
        <p:spPr>
          <a:xfrm>
            <a:off x="1668780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Shape 129"/>
          <p:cNvSpPr/>
          <p:nvPr/>
        </p:nvSpPr>
        <p:spPr>
          <a:xfrm>
            <a:off x="1810512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Shape 130"/>
          <p:cNvSpPr/>
          <p:nvPr/>
        </p:nvSpPr>
        <p:spPr>
          <a:xfrm>
            <a:off x="1821485" y="2708453"/>
            <a:ext cx="119786" cy="119786"/>
          </a:xfrm>
          <a:prstGeom prst="rect">
            <a:avLst/>
          </a:prstGeom>
          <a:solidFill>
            <a:srgbClr val="2E3D4A"/>
          </a:solidFill>
          <a:ln w="9525">
            <a:solidFill>
              <a:srgbClr val="4A6B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Shape 131"/>
          <p:cNvSpPr/>
          <p:nvPr/>
        </p:nvSpPr>
        <p:spPr>
          <a:xfrm>
            <a:off x="1952244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Shape 132"/>
          <p:cNvSpPr/>
          <p:nvPr/>
        </p:nvSpPr>
        <p:spPr>
          <a:xfrm>
            <a:off x="2093976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Shape 133"/>
          <p:cNvSpPr/>
          <p:nvPr/>
        </p:nvSpPr>
        <p:spPr>
          <a:xfrm>
            <a:off x="2235708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Shape 134"/>
          <p:cNvSpPr/>
          <p:nvPr/>
        </p:nvSpPr>
        <p:spPr>
          <a:xfrm>
            <a:off x="2377440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Shape 135"/>
          <p:cNvSpPr/>
          <p:nvPr/>
        </p:nvSpPr>
        <p:spPr>
          <a:xfrm>
            <a:off x="2519172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Shape 136"/>
          <p:cNvSpPr/>
          <p:nvPr/>
        </p:nvSpPr>
        <p:spPr>
          <a:xfrm>
            <a:off x="2660904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Shape 137"/>
          <p:cNvSpPr/>
          <p:nvPr/>
        </p:nvSpPr>
        <p:spPr>
          <a:xfrm>
            <a:off x="2671877" y="2708453"/>
            <a:ext cx="119786" cy="119786"/>
          </a:xfrm>
          <a:prstGeom prst="rect">
            <a:avLst/>
          </a:prstGeom>
          <a:solidFill>
            <a:srgbClr val="C9A227"/>
          </a:solidFill>
          <a:ln w="9525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Shape 138"/>
          <p:cNvSpPr/>
          <p:nvPr/>
        </p:nvSpPr>
        <p:spPr>
          <a:xfrm>
            <a:off x="2802636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Shape 139"/>
          <p:cNvSpPr/>
          <p:nvPr/>
        </p:nvSpPr>
        <p:spPr>
          <a:xfrm>
            <a:off x="2944368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Shape 140"/>
          <p:cNvSpPr/>
          <p:nvPr/>
        </p:nvSpPr>
        <p:spPr>
          <a:xfrm>
            <a:off x="3086100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Shape 141"/>
          <p:cNvSpPr/>
          <p:nvPr/>
        </p:nvSpPr>
        <p:spPr>
          <a:xfrm>
            <a:off x="3227832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Shape 142"/>
          <p:cNvSpPr/>
          <p:nvPr/>
        </p:nvSpPr>
        <p:spPr>
          <a:xfrm>
            <a:off x="3369564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Shape 143"/>
          <p:cNvSpPr/>
          <p:nvPr/>
        </p:nvSpPr>
        <p:spPr>
          <a:xfrm>
            <a:off x="3511296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Shape 144"/>
          <p:cNvSpPr/>
          <p:nvPr/>
        </p:nvSpPr>
        <p:spPr>
          <a:xfrm>
            <a:off x="960120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Shape 145"/>
          <p:cNvSpPr/>
          <p:nvPr/>
        </p:nvSpPr>
        <p:spPr>
          <a:xfrm>
            <a:off x="1101852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Shape 146"/>
          <p:cNvSpPr/>
          <p:nvPr/>
        </p:nvSpPr>
        <p:spPr>
          <a:xfrm>
            <a:off x="1243584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Shape 147"/>
          <p:cNvSpPr/>
          <p:nvPr/>
        </p:nvSpPr>
        <p:spPr>
          <a:xfrm>
            <a:off x="1385316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Shape 148"/>
          <p:cNvSpPr/>
          <p:nvPr/>
        </p:nvSpPr>
        <p:spPr>
          <a:xfrm>
            <a:off x="1527048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Shape 149"/>
          <p:cNvSpPr/>
          <p:nvPr/>
        </p:nvSpPr>
        <p:spPr>
          <a:xfrm>
            <a:off x="1549725" y="2861889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Shape 150"/>
          <p:cNvSpPr/>
          <p:nvPr/>
        </p:nvSpPr>
        <p:spPr>
          <a:xfrm>
            <a:off x="1668780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Shape 151"/>
          <p:cNvSpPr/>
          <p:nvPr/>
        </p:nvSpPr>
        <p:spPr>
          <a:xfrm>
            <a:off x="1810512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Shape 152"/>
          <p:cNvSpPr/>
          <p:nvPr/>
        </p:nvSpPr>
        <p:spPr>
          <a:xfrm>
            <a:off x="1952244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Shape 153"/>
          <p:cNvSpPr/>
          <p:nvPr/>
        </p:nvSpPr>
        <p:spPr>
          <a:xfrm>
            <a:off x="2093976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Shape 154"/>
          <p:cNvSpPr/>
          <p:nvPr/>
        </p:nvSpPr>
        <p:spPr>
          <a:xfrm>
            <a:off x="2235708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Shape 155"/>
          <p:cNvSpPr/>
          <p:nvPr/>
        </p:nvSpPr>
        <p:spPr>
          <a:xfrm>
            <a:off x="2377440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Shape 156"/>
          <p:cNvSpPr/>
          <p:nvPr/>
        </p:nvSpPr>
        <p:spPr>
          <a:xfrm>
            <a:off x="2388413" y="2850185"/>
            <a:ext cx="119786" cy="119786"/>
          </a:xfrm>
          <a:prstGeom prst="rect">
            <a:avLst/>
          </a:prstGeom>
          <a:solidFill>
            <a:srgbClr val="2E3D4A"/>
          </a:solidFill>
          <a:ln w="9525">
            <a:solidFill>
              <a:srgbClr val="4A6B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Shape 157"/>
          <p:cNvSpPr/>
          <p:nvPr/>
        </p:nvSpPr>
        <p:spPr>
          <a:xfrm>
            <a:off x="2519172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Shape 158"/>
          <p:cNvSpPr/>
          <p:nvPr/>
        </p:nvSpPr>
        <p:spPr>
          <a:xfrm>
            <a:off x="2660904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Shape 159"/>
          <p:cNvSpPr/>
          <p:nvPr/>
        </p:nvSpPr>
        <p:spPr>
          <a:xfrm>
            <a:off x="2802636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Shape 160"/>
          <p:cNvSpPr/>
          <p:nvPr/>
        </p:nvSpPr>
        <p:spPr>
          <a:xfrm>
            <a:off x="2944368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Shape 161"/>
          <p:cNvSpPr/>
          <p:nvPr/>
        </p:nvSpPr>
        <p:spPr>
          <a:xfrm>
            <a:off x="2967045" y="2861889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Shape 162"/>
          <p:cNvSpPr/>
          <p:nvPr/>
        </p:nvSpPr>
        <p:spPr>
          <a:xfrm>
            <a:off x="3086100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Shape 163"/>
          <p:cNvSpPr/>
          <p:nvPr/>
        </p:nvSpPr>
        <p:spPr>
          <a:xfrm>
            <a:off x="3227832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Shape 164"/>
          <p:cNvSpPr/>
          <p:nvPr/>
        </p:nvSpPr>
        <p:spPr>
          <a:xfrm>
            <a:off x="3369564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7" name="Shape 165"/>
          <p:cNvSpPr/>
          <p:nvPr/>
        </p:nvSpPr>
        <p:spPr>
          <a:xfrm>
            <a:off x="3511296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Shape 166"/>
          <p:cNvSpPr/>
          <p:nvPr/>
        </p:nvSpPr>
        <p:spPr>
          <a:xfrm>
            <a:off x="960120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Shape 167"/>
          <p:cNvSpPr/>
          <p:nvPr/>
        </p:nvSpPr>
        <p:spPr>
          <a:xfrm>
            <a:off x="1101852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Shape 168"/>
          <p:cNvSpPr/>
          <p:nvPr/>
        </p:nvSpPr>
        <p:spPr>
          <a:xfrm>
            <a:off x="1243584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Shape 169"/>
          <p:cNvSpPr/>
          <p:nvPr/>
        </p:nvSpPr>
        <p:spPr>
          <a:xfrm>
            <a:off x="1385316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Shape 170"/>
          <p:cNvSpPr/>
          <p:nvPr/>
        </p:nvSpPr>
        <p:spPr>
          <a:xfrm>
            <a:off x="1527048" y="298094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Shape 171"/>
          <p:cNvSpPr/>
          <p:nvPr/>
        </p:nvSpPr>
        <p:spPr>
          <a:xfrm>
            <a:off x="1668780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" name="Shape 172"/>
          <p:cNvSpPr/>
          <p:nvPr/>
        </p:nvSpPr>
        <p:spPr>
          <a:xfrm>
            <a:off x="1810512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Shape 173"/>
          <p:cNvSpPr/>
          <p:nvPr/>
        </p:nvSpPr>
        <p:spPr>
          <a:xfrm>
            <a:off x="1952244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6" name="Shape 174"/>
          <p:cNvSpPr/>
          <p:nvPr/>
        </p:nvSpPr>
        <p:spPr>
          <a:xfrm>
            <a:off x="1963217" y="2991917"/>
            <a:ext cx="119786" cy="119786"/>
          </a:xfrm>
          <a:prstGeom prst="rect">
            <a:avLst/>
          </a:prstGeom>
          <a:solidFill>
            <a:srgbClr val="C9A227"/>
          </a:solidFill>
          <a:ln w="9525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Shape 175"/>
          <p:cNvSpPr/>
          <p:nvPr/>
        </p:nvSpPr>
        <p:spPr>
          <a:xfrm>
            <a:off x="2093976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" name="Shape 176"/>
          <p:cNvSpPr/>
          <p:nvPr/>
        </p:nvSpPr>
        <p:spPr>
          <a:xfrm>
            <a:off x="2235708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Shape 177"/>
          <p:cNvSpPr/>
          <p:nvPr/>
        </p:nvSpPr>
        <p:spPr>
          <a:xfrm>
            <a:off x="2377440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" name="Shape 178"/>
          <p:cNvSpPr/>
          <p:nvPr/>
        </p:nvSpPr>
        <p:spPr>
          <a:xfrm>
            <a:off x="2519172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Shape 179"/>
          <p:cNvSpPr/>
          <p:nvPr/>
        </p:nvSpPr>
        <p:spPr>
          <a:xfrm>
            <a:off x="2660904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Shape 180"/>
          <p:cNvSpPr/>
          <p:nvPr/>
        </p:nvSpPr>
        <p:spPr>
          <a:xfrm>
            <a:off x="2802636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" name="Shape 181"/>
          <p:cNvSpPr/>
          <p:nvPr/>
        </p:nvSpPr>
        <p:spPr>
          <a:xfrm>
            <a:off x="2944368" y="298094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" name="Shape 182"/>
          <p:cNvSpPr/>
          <p:nvPr/>
        </p:nvSpPr>
        <p:spPr>
          <a:xfrm>
            <a:off x="3086100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Shape 183"/>
          <p:cNvSpPr/>
          <p:nvPr/>
        </p:nvSpPr>
        <p:spPr>
          <a:xfrm>
            <a:off x="3227832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" name="Shape 184"/>
          <p:cNvSpPr/>
          <p:nvPr/>
        </p:nvSpPr>
        <p:spPr>
          <a:xfrm>
            <a:off x="3369564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" name="Shape 185"/>
          <p:cNvSpPr/>
          <p:nvPr/>
        </p:nvSpPr>
        <p:spPr>
          <a:xfrm>
            <a:off x="3511296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Shape 186"/>
          <p:cNvSpPr/>
          <p:nvPr/>
        </p:nvSpPr>
        <p:spPr>
          <a:xfrm>
            <a:off x="960120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9" name="Shape 187"/>
          <p:cNvSpPr/>
          <p:nvPr/>
        </p:nvSpPr>
        <p:spPr>
          <a:xfrm>
            <a:off x="1101852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0" name="Shape 188"/>
          <p:cNvSpPr/>
          <p:nvPr/>
        </p:nvSpPr>
        <p:spPr>
          <a:xfrm>
            <a:off x="1243584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Shape 189"/>
          <p:cNvSpPr/>
          <p:nvPr/>
        </p:nvSpPr>
        <p:spPr>
          <a:xfrm>
            <a:off x="1385316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2" name="Shape 190"/>
          <p:cNvSpPr/>
          <p:nvPr/>
        </p:nvSpPr>
        <p:spPr>
          <a:xfrm>
            <a:off x="1527048" y="312267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Shape 191"/>
          <p:cNvSpPr/>
          <p:nvPr/>
        </p:nvSpPr>
        <p:spPr>
          <a:xfrm>
            <a:off x="1668780" y="312267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" name="Shape 192"/>
          <p:cNvSpPr/>
          <p:nvPr/>
        </p:nvSpPr>
        <p:spPr>
          <a:xfrm>
            <a:off x="1810512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Shape 193"/>
          <p:cNvSpPr/>
          <p:nvPr/>
        </p:nvSpPr>
        <p:spPr>
          <a:xfrm>
            <a:off x="1952244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" name="Shape 194"/>
          <p:cNvSpPr/>
          <p:nvPr/>
        </p:nvSpPr>
        <p:spPr>
          <a:xfrm>
            <a:off x="2093976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Shape 195"/>
          <p:cNvSpPr/>
          <p:nvPr/>
        </p:nvSpPr>
        <p:spPr>
          <a:xfrm>
            <a:off x="2235708" y="312267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" name="Shape 196"/>
          <p:cNvSpPr/>
          <p:nvPr/>
        </p:nvSpPr>
        <p:spPr>
          <a:xfrm>
            <a:off x="2377440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Shape 197"/>
          <p:cNvSpPr/>
          <p:nvPr/>
        </p:nvSpPr>
        <p:spPr>
          <a:xfrm>
            <a:off x="2519172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0" name="Shape 198"/>
          <p:cNvSpPr/>
          <p:nvPr/>
        </p:nvSpPr>
        <p:spPr>
          <a:xfrm>
            <a:off x="2660904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" name="Shape 199"/>
          <p:cNvSpPr/>
          <p:nvPr/>
        </p:nvSpPr>
        <p:spPr>
          <a:xfrm>
            <a:off x="2802636" y="312267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2" name="Shape 200"/>
          <p:cNvSpPr/>
          <p:nvPr/>
        </p:nvSpPr>
        <p:spPr>
          <a:xfrm>
            <a:off x="2944368" y="312267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3" name="Shape 201"/>
          <p:cNvSpPr/>
          <p:nvPr/>
        </p:nvSpPr>
        <p:spPr>
          <a:xfrm>
            <a:off x="3086100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" name="Shape 202"/>
          <p:cNvSpPr/>
          <p:nvPr/>
        </p:nvSpPr>
        <p:spPr>
          <a:xfrm>
            <a:off x="3227832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" name="Shape 203"/>
          <p:cNvSpPr/>
          <p:nvPr/>
        </p:nvSpPr>
        <p:spPr>
          <a:xfrm>
            <a:off x="3369564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6" name="Shape 204"/>
          <p:cNvSpPr/>
          <p:nvPr/>
        </p:nvSpPr>
        <p:spPr>
          <a:xfrm>
            <a:off x="3511296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" name="Shape 205"/>
          <p:cNvSpPr/>
          <p:nvPr/>
        </p:nvSpPr>
        <p:spPr>
          <a:xfrm>
            <a:off x="960120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8" name="Shape 206"/>
          <p:cNvSpPr/>
          <p:nvPr/>
        </p:nvSpPr>
        <p:spPr>
          <a:xfrm>
            <a:off x="1101852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9" name="Shape 207"/>
          <p:cNvSpPr/>
          <p:nvPr/>
        </p:nvSpPr>
        <p:spPr>
          <a:xfrm>
            <a:off x="1243584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0" name="Shape 208"/>
          <p:cNvSpPr/>
          <p:nvPr/>
        </p:nvSpPr>
        <p:spPr>
          <a:xfrm>
            <a:off x="1385316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" name="Shape 209"/>
          <p:cNvSpPr/>
          <p:nvPr/>
        </p:nvSpPr>
        <p:spPr>
          <a:xfrm>
            <a:off x="1527048" y="326440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" name="Shape 210"/>
          <p:cNvSpPr/>
          <p:nvPr/>
        </p:nvSpPr>
        <p:spPr>
          <a:xfrm>
            <a:off x="1668780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Shape 211"/>
          <p:cNvSpPr/>
          <p:nvPr/>
        </p:nvSpPr>
        <p:spPr>
          <a:xfrm>
            <a:off x="1810512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4" name="Shape 212"/>
          <p:cNvSpPr/>
          <p:nvPr/>
        </p:nvSpPr>
        <p:spPr>
          <a:xfrm>
            <a:off x="1952244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" name="Shape 213"/>
          <p:cNvSpPr/>
          <p:nvPr/>
        </p:nvSpPr>
        <p:spPr>
          <a:xfrm>
            <a:off x="2093976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6" name="Shape 214"/>
          <p:cNvSpPr/>
          <p:nvPr/>
        </p:nvSpPr>
        <p:spPr>
          <a:xfrm>
            <a:off x="2235708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7" name="Shape 215"/>
          <p:cNvSpPr/>
          <p:nvPr/>
        </p:nvSpPr>
        <p:spPr>
          <a:xfrm>
            <a:off x="2377440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8" name="Shape 216"/>
          <p:cNvSpPr/>
          <p:nvPr/>
        </p:nvSpPr>
        <p:spPr>
          <a:xfrm>
            <a:off x="2519172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Shape 217"/>
          <p:cNvSpPr/>
          <p:nvPr/>
        </p:nvSpPr>
        <p:spPr>
          <a:xfrm>
            <a:off x="2530145" y="3275381"/>
            <a:ext cx="119786" cy="119786"/>
          </a:xfrm>
          <a:prstGeom prst="rect">
            <a:avLst/>
          </a:prstGeom>
          <a:solidFill>
            <a:srgbClr val="C9A227"/>
          </a:solidFill>
          <a:ln w="9525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0" name="Shape 218"/>
          <p:cNvSpPr/>
          <p:nvPr/>
        </p:nvSpPr>
        <p:spPr>
          <a:xfrm>
            <a:off x="2660904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" name="Shape 219"/>
          <p:cNvSpPr/>
          <p:nvPr/>
        </p:nvSpPr>
        <p:spPr>
          <a:xfrm>
            <a:off x="2802636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2" name="Shape 220"/>
          <p:cNvSpPr/>
          <p:nvPr/>
        </p:nvSpPr>
        <p:spPr>
          <a:xfrm>
            <a:off x="2944368" y="326440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3" name="Shape 221"/>
          <p:cNvSpPr/>
          <p:nvPr/>
        </p:nvSpPr>
        <p:spPr>
          <a:xfrm>
            <a:off x="3086100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4" name="Shape 222"/>
          <p:cNvSpPr/>
          <p:nvPr/>
        </p:nvSpPr>
        <p:spPr>
          <a:xfrm>
            <a:off x="3227832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" name="Shape 223"/>
          <p:cNvSpPr/>
          <p:nvPr/>
        </p:nvSpPr>
        <p:spPr>
          <a:xfrm>
            <a:off x="3369564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6" name="Shape 224"/>
          <p:cNvSpPr/>
          <p:nvPr/>
        </p:nvSpPr>
        <p:spPr>
          <a:xfrm>
            <a:off x="3511296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7" name="Shape 225"/>
          <p:cNvSpPr/>
          <p:nvPr/>
        </p:nvSpPr>
        <p:spPr>
          <a:xfrm>
            <a:off x="960120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8" name="Shape 226"/>
          <p:cNvSpPr/>
          <p:nvPr/>
        </p:nvSpPr>
        <p:spPr>
          <a:xfrm>
            <a:off x="1101852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9" name="Shape 227"/>
          <p:cNvSpPr/>
          <p:nvPr/>
        </p:nvSpPr>
        <p:spPr>
          <a:xfrm>
            <a:off x="1243584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0" name="Shape 228"/>
          <p:cNvSpPr/>
          <p:nvPr/>
        </p:nvSpPr>
        <p:spPr>
          <a:xfrm>
            <a:off x="1385316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1" name="Shape 229"/>
          <p:cNvSpPr/>
          <p:nvPr/>
        </p:nvSpPr>
        <p:spPr>
          <a:xfrm>
            <a:off x="1527048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" name="Shape 230"/>
          <p:cNvSpPr/>
          <p:nvPr/>
        </p:nvSpPr>
        <p:spPr>
          <a:xfrm>
            <a:off x="1549725" y="3428817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3" name="Shape 231"/>
          <p:cNvSpPr/>
          <p:nvPr/>
        </p:nvSpPr>
        <p:spPr>
          <a:xfrm>
            <a:off x="1668780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4" name="Shape 232"/>
          <p:cNvSpPr/>
          <p:nvPr/>
        </p:nvSpPr>
        <p:spPr>
          <a:xfrm>
            <a:off x="1810512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" name="Shape 233"/>
          <p:cNvSpPr/>
          <p:nvPr/>
        </p:nvSpPr>
        <p:spPr>
          <a:xfrm>
            <a:off x="1952244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6" name="Shape 234"/>
          <p:cNvSpPr/>
          <p:nvPr/>
        </p:nvSpPr>
        <p:spPr>
          <a:xfrm>
            <a:off x="2093976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7" name="Shape 235"/>
          <p:cNvSpPr/>
          <p:nvPr/>
        </p:nvSpPr>
        <p:spPr>
          <a:xfrm>
            <a:off x="2104949" y="3417113"/>
            <a:ext cx="119786" cy="119786"/>
          </a:xfrm>
          <a:prstGeom prst="rect">
            <a:avLst/>
          </a:prstGeom>
          <a:solidFill>
            <a:srgbClr val="2E3D4A"/>
          </a:solidFill>
          <a:ln w="9525">
            <a:solidFill>
              <a:srgbClr val="4A6B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8" name="Shape 236"/>
          <p:cNvSpPr/>
          <p:nvPr/>
        </p:nvSpPr>
        <p:spPr>
          <a:xfrm>
            <a:off x="2235708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9" name="Shape 237"/>
          <p:cNvSpPr/>
          <p:nvPr/>
        </p:nvSpPr>
        <p:spPr>
          <a:xfrm>
            <a:off x="2377440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0" name="Shape 238"/>
          <p:cNvSpPr/>
          <p:nvPr/>
        </p:nvSpPr>
        <p:spPr>
          <a:xfrm>
            <a:off x="2519172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1" name="Shape 239"/>
          <p:cNvSpPr/>
          <p:nvPr/>
        </p:nvSpPr>
        <p:spPr>
          <a:xfrm>
            <a:off x="2660904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2" name="Shape 240"/>
          <p:cNvSpPr/>
          <p:nvPr/>
        </p:nvSpPr>
        <p:spPr>
          <a:xfrm>
            <a:off x="2802636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3" name="Shape 241"/>
          <p:cNvSpPr/>
          <p:nvPr/>
        </p:nvSpPr>
        <p:spPr>
          <a:xfrm>
            <a:off x="2944368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4" name="Shape 242"/>
          <p:cNvSpPr/>
          <p:nvPr/>
        </p:nvSpPr>
        <p:spPr>
          <a:xfrm>
            <a:off x="2967045" y="3428817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" name="Shape 243"/>
          <p:cNvSpPr/>
          <p:nvPr/>
        </p:nvSpPr>
        <p:spPr>
          <a:xfrm>
            <a:off x="3086100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" name="Shape 244"/>
          <p:cNvSpPr/>
          <p:nvPr/>
        </p:nvSpPr>
        <p:spPr>
          <a:xfrm>
            <a:off x="3227832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7" name="Shape 245"/>
          <p:cNvSpPr/>
          <p:nvPr/>
        </p:nvSpPr>
        <p:spPr>
          <a:xfrm>
            <a:off x="3369564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8" name="Shape 246"/>
          <p:cNvSpPr/>
          <p:nvPr/>
        </p:nvSpPr>
        <p:spPr>
          <a:xfrm>
            <a:off x="3511296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9" name="Shape 247"/>
          <p:cNvSpPr/>
          <p:nvPr/>
        </p:nvSpPr>
        <p:spPr>
          <a:xfrm>
            <a:off x="960120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0" name="Shape 248"/>
          <p:cNvSpPr/>
          <p:nvPr/>
        </p:nvSpPr>
        <p:spPr>
          <a:xfrm>
            <a:off x="1101852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1" name="Shape 249"/>
          <p:cNvSpPr/>
          <p:nvPr/>
        </p:nvSpPr>
        <p:spPr>
          <a:xfrm>
            <a:off x="1243584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2" name="Shape 250"/>
          <p:cNvSpPr/>
          <p:nvPr/>
        </p:nvSpPr>
        <p:spPr>
          <a:xfrm>
            <a:off x="1385316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3" name="Shape 251"/>
          <p:cNvSpPr/>
          <p:nvPr/>
        </p:nvSpPr>
        <p:spPr>
          <a:xfrm>
            <a:off x="1527048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4" name="Shape 252"/>
          <p:cNvSpPr/>
          <p:nvPr/>
        </p:nvSpPr>
        <p:spPr>
          <a:xfrm>
            <a:off x="1668780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5" name="Shape 253"/>
          <p:cNvSpPr/>
          <p:nvPr/>
        </p:nvSpPr>
        <p:spPr>
          <a:xfrm>
            <a:off x="1810512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" name="Shape 254"/>
          <p:cNvSpPr/>
          <p:nvPr/>
        </p:nvSpPr>
        <p:spPr>
          <a:xfrm>
            <a:off x="1821485" y="3558845"/>
            <a:ext cx="119786" cy="119786"/>
          </a:xfrm>
          <a:prstGeom prst="rect">
            <a:avLst/>
          </a:prstGeom>
          <a:solidFill>
            <a:srgbClr val="C9A227"/>
          </a:solidFill>
          <a:ln w="9525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7" name="Shape 255"/>
          <p:cNvSpPr/>
          <p:nvPr/>
        </p:nvSpPr>
        <p:spPr>
          <a:xfrm>
            <a:off x="1952244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8" name="Shape 256"/>
          <p:cNvSpPr/>
          <p:nvPr/>
        </p:nvSpPr>
        <p:spPr>
          <a:xfrm>
            <a:off x="2093976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9" name="Shape 257"/>
          <p:cNvSpPr/>
          <p:nvPr/>
        </p:nvSpPr>
        <p:spPr>
          <a:xfrm>
            <a:off x="2235708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0" name="Shape 258"/>
          <p:cNvSpPr/>
          <p:nvPr/>
        </p:nvSpPr>
        <p:spPr>
          <a:xfrm>
            <a:off x="2377440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1" name="Shape 259"/>
          <p:cNvSpPr/>
          <p:nvPr/>
        </p:nvSpPr>
        <p:spPr>
          <a:xfrm>
            <a:off x="2519172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2" name="Shape 260"/>
          <p:cNvSpPr/>
          <p:nvPr/>
        </p:nvSpPr>
        <p:spPr>
          <a:xfrm>
            <a:off x="2660904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3" name="Shape 261"/>
          <p:cNvSpPr/>
          <p:nvPr/>
        </p:nvSpPr>
        <p:spPr>
          <a:xfrm>
            <a:off x="2671877" y="3558845"/>
            <a:ext cx="119786" cy="119786"/>
          </a:xfrm>
          <a:prstGeom prst="rect">
            <a:avLst/>
          </a:prstGeom>
          <a:solidFill>
            <a:srgbClr val="2E3D4A"/>
          </a:solidFill>
          <a:ln w="9525">
            <a:solidFill>
              <a:srgbClr val="4A6B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4" name="Shape 262"/>
          <p:cNvSpPr/>
          <p:nvPr/>
        </p:nvSpPr>
        <p:spPr>
          <a:xfrm>
            <a:off x="2802636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" name="Shape 263"/>
          <p:cNvSpPr/>
          <p:nvPr/>
        </p:nvSpPr>
        <p:spPr>
          <a:xfrm>
            <a:off x="2944368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" name="Shape 264"/>
          <p:cNvSpPr/>
          <p:nvPr/>
        </p:nvSpPr>
        <p:spPr>
          <a:xfrm>
            <a:off x="3086100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7" name="Shape 265"/>
          <p:cNvSpPr/>
          <p:nvPr/>
        </p:nvSpPr>
        <p:spPr>
          <a:xfrm>
            <a:off x="3227832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8" name="Shape 266"/>
          <p:cNvSpPr/>
          <p:nvPr/>
        </p:nvSpPr>
        <p:spPr>
          <a:xfrm>
            <a:off x="3369564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9" name="Shape 267"/>
          <p:cNvSpPr/>
          <p:nvPr/>
        </p:nvSpPr>
        <p:spPr>
          <a:xfrm>
            <a:off x="3511296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0" name="Shape 268"/>
          <p:cNvSpPr/>
          <p:nvPr/>
        </p:nvSpPr>
        <p:spPr>
          <a:xfrm>
            <a:off x="960120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1" name="Shape 269"/>
          <p:cNvSpPr/>
          <p:nvPr/>
        </p:nvSpPr>
        <p:spPr>
          <a:xfrm>
            <a:off x="1101852" y="368960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2" name="Shape 270"/>
          <p:cNvSpPr/>
          <p:nvPr/>
        </p:nvSpPr>
        <p:spPr>
          <a:xfrm>
            <a:off x="1243584" y="368960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3" name="Shape 271"/>
          <p:cNvSpPr/>
          <p:nvPr/>
        </p:nvSpPr>
        <p:spPr>
          <a:xfrm>
            <a:off x="1385316" y="3689604"/>
            <a:ext cx="141732" cy="141732"/>
          </a:xfrm>
          <a:prstGeom prst="rect">
            <a:avLst/>
          </a:prstGeom>
          <a:solidFill>
            <a:srgbClr val="8A743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4" name="Shape 272"/>
          <p:cNvSpPr/>
          <p:nvPr/>
        </p:nvSpPr>
        <p:spPr>
          <a:xfrm>
            <a:off x="1527048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5" name="Shape 273"/>
          <p:cNvSpPr/>
          <p:nvPr/>
        </p:nvSpPr>
        <p:spPr>
          <a:xfrm>
            <a:off x="1668780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" name="Shape 274"/>
          <p:cNvSpPr/>
          <p:nvPr/>
        </p:nvSpPr>
        <p:spPr>
          <a:xfrm>
            <a:off x="1810512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7" name="Shape 275"/>
          <p:cNvSpPr/>
          <p:nvPr/>
        </p:nvSpPr>
        <p:spPr>
          <a:xfrm>
            <a:off x="1952244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8" name="Shape 276"/>
          <p:cNvSpPr/>
          <p:nvPr/>
        </p:nvSpPr>
        <p:spPr>
          <a:xfrm>
            <a:off x="2093976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9" name="Shape 277"/>
          <p:cNvSpPr/>
          <p:nvPr/>
        </p:nvSpPr>
        <p:spPr>
          <a:xfrm>
            <a:off x="2235708" y="368960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0" name="Shape 278"/>
          <p:cNvSpPr/>
          <p:nvPr/>
        </p:nvSpPr>
        <p:spPr>
          <a:xfrm>
            <a:off x="2377440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1" name="Shape 279"/>
          <p:cNvSpPr/>
          <p:nvPr/>
        </p:nvSpPr>
        <p:spPr>
          <a:xfrm>
            <a:off x="2519172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2" name="Shape 280"/>
          <p:cNvSpPr/>
          <p:nvPr/>
        </p:nvSpPr>
        <p:spPr>
          <a:xfrm>
            <a:off x="2660904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3" name="Shape 281"/>
          <p:cNvSpPr/>
          <p:nvPr/>
        </p:nvSpPr>
        <p:spPr>
          <a:xfrm>
            <a:off x="2802636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4" name="Shape 282"/>
          <p:cNvSpPr/>
          <p:nvPr/>
        </p:nvSpPr>
        <p:spPr>
          <a:xfrm>
            <a:off x="2944368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5" name="Shape 283"/>
          <p:cNvSpPr/>
          <p:nvPr/>
        </p:nvSpPr>
        <p:spPr>
          <a:xfrm>
            <a:off x="3086100" y="3689604"/>
            <a:ext cx="141732" cy="141732"/>
          </a:xfrm>
          <a:prstGeom prst="rect">
            <a:avLst/>
          </a:prstGeom>
          <a:solidFill>
            <a:srgbClr val="3370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" name="Shape 284"/>
          <p:cNvSpPr/>
          <p:nvPr/>
        </p:nvSpPr>
        <p:spPr>
          <a:xfrm>
            <a:off x="3227832" y="368960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7" name="Shape 285"/>
          <p:cNvSpPr/>
          <p:nvPr/>
        </p:nvSpPr>
        <p:spPr>
          <a:xfrm>
            <a:off x="3369564" y="368960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8" name="Shape 286"/>
          <p:cNvSpPr/>
          <p:nvPr/>
        </p:nvSpPr>
        <p:spPr>
          <a:xfrm>
            <a:off x="3511296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" name="Shape 287"/>
          <p:cNvSpPr/>
          <p:nvPr/>
        </p:nvSpPr>
        <p:spPr>
          <a:xfrm>
            <a:off x="960120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0" name="Shape 288"/>
          <p:cNvSpPr/>
          <p:nvPr/>
        </p:nvSpPr>
        <p:spPr>
          <a:xfrm>
            <a:off x="1101852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1" name="Shape 289"/>
          <p:cNvSpPr/>
          <p:nvPr/>
        </p:nvSpPr>
        <p:spPr>
          <a:xfrm>
            <a:off x="1243584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2" name="Shape 290"/>
          <p:cNvSpPr/>
          <p:nvPr/>
        </p:nvSpPr>
        <p:spPr>
          <a:xfrm>
            <a:off x="1385316" y="3831336"/>
            <a:ext cx="141732" cy="141732"/>
          </a:xfrm>
          <a:prstGeom prst="rect">
            <a:avLst/>
          </a:prstGeom>
          <a:solidFill>
            <a:srgbClr val="8A743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3" name="Shape 291"/>
          <p:cNvSpPr/>
          <p:nvPr/>
        </p:nvSpPr>
        <p:spPr>
          <a:xfrm>
            <a:off x="1527048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4" name="Shape 292"/>
          <p:cNvSpPr/>
          <p:nvPr/>
        </p:nvSpPr>
        <p:spPr>
          <a:xfrm>
            <a:off x="1668780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" name="Shape 293"/>
          <p:cNvSpPr/>
          <p:nvPr/>
        </p:nvSpPr>
        <p:spPr>
          <a:xfrm>
            <a:off x="1810512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6" name="Shape 294"/>
          <p:cNvSpPr/>
          <p:nvPr/>
        </p:nvSpPr>
        <p:spPr>
          <a:xfrm>
            <a:off x="1952244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" name="Shape 295"/>
          <p:cNvSpPr/>
          <p:nvPr/>
        </p:nvSpPr>
        <p:spPr>
          <a:xfrm>
            <a:off x="1974921" y="3854013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8" name="Shape 296"/>
          <p:cNvSpPr/>
          <p:nvPr/>
        </p:nvSpPr>
        <p:spPr>
          <a:xfrm>
            <a:off x="2093976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9" name="Shape 297"/>
          <p:cNvSpPr/>
          <p:nvPr/>
        </p:nvSpPr>
        <p:spPr>
          <a:xfrm>
            <a:off x="2235708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0" name="Shape 298"/>
          <p:cNvSpPr/>
          <p:nvPr/>
        </p:nvSpPr>
        <p:spPr>
          <a:xfrm>
            <a:off x="2377440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1" name="Shape 299"/>
          <p:cNvSpPr/>
          <p:nvPr/>
        </p:nvSpPr>
        <p:spPr>
          <a:xfrm>
            <a:off x="2519172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2" name="Shape 300"/>
          <p:cNvSpPr/>
          <p:nvPr/>
        </p:nvSpPr>
        <p:spPr>
          <a:xfrm>
            <a:off x="2541849" y="3854013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3" name="Shape 301"/>
          <p:cNvSpPr/>
          <p:nvPr/>
        </p:nvSpPr>
        <p:spPr>
          <a:xfrm>
            <a:off x="2660904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4" name="Shape 302"/>
          <p:cNvSpPr/>
          <p:nvPr/>
        </p:nvSpPr>
        <p:spPr>
          <a:xfrm>
            <a:off x="2802636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5" name="Shape 303"/>
          <p:cNvSpPr/>
          <p:nvPr/>
        </p:nvSpPr>
        <p:spPr>
          <a:xfrm>
            <a:off x="2944368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6" name="Shape 304"/>
          <p:cNvSpPr/>
          <p:nvPr/>
        </p:nvSpPr>
        <p:spPr>
          <a:xfrm>
            <a:off x="3086100" y="3831336"/>
            <a:ext cx="141732" cy="141732"/>
          </a:xfrm>
          <a:prstGeom prst="rect">
            <a:avLst/>
          </a:prstGeom>
          <a:solidFill>
            <a:srgbClr val="3370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" name="Shape 305"/>
          <p:cNvSpPr/>
          <p:nvPr/>
        </p:nvSpPr>
        <p:spPr>
          <a:xfrm>
            <a:off x="3227832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" name="Shape 306"/>
          <p:cNvSpPr/>
          <p:nvPr/>
        </p:nvSpPr>
        <p:spPr>
          <a:xfrm>
            <a:off x="3369564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" name="Shape 307"/>
          <p:cNvSpPr/>
          <p:nvPr/>
        </p:nvSpPr>
        <p:spPr>
          <a:xfrm>
            <a:off x="3511296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0" name="Shape 308"/>
          <p:cNvSpPr/>
          <p:nvPr/>
        </p:nvSpPr>
        <p:spPr>
          <a:xfrm>
            <a:off x="960120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1" name="Shape 309"/>
          <p:cNvSpPr/>
          <p:nvPr/>
        </p:nvSpPr>
        <p:spPr>
          <a:xfrm>
            <a:off x="1101852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2" name="Shape 310"/>
          <p:cNvSpPr/>
          <p:nvPr/>
        </p:nvSpPr>
        <p:spPr>
          <a:xfrm>
            <a:off x="1243584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3" name="Shape 311"/>
          <p:cNvSpPr/>
          <p:nvPr/>
        </p:nvSpPr>
        <p:spPr>
          <a:xfrm>
            <a:off x="1385316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4" name="Shape 312"/>
          <p:cNvSpPr/>
          <p:nvPr/>
        </p:nvSpPr>
        <p:spPr>
          <a:xfrm>
            <a:off x="1527048" y="3973068"/>
            <a:ext cx="141732" cy="141732"/>
          </a:xfrm>
          <a:prstGeom prst="rect">
            <a:avLst/>
          </a:prstGeom>
          <a:solidFill>
            <a:srgbClr val="8A743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5" name="Shape 313"/>
          <p:cNvSpPr/>
          <p:nvPr/>
        </p:nvSpPr>
        <p:spPr>
          <a:xfrm>
            <a:off x="1668780" y="3973068"/>
            <a:ext cx="141732" cy="141732"/>
          </a:xfrm>
          <a:prstGeom prst="rect">
            <a:avLst/>
          </a:prstGeom>
          <a:solidFill>
            <a:srgbClr val="8A743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6" name="Shape 314"/>
          <p:cNvSpPr/>
          <p:nvPr/>
        </p:nvSpPr>
        <p:spPr>
          <a:xfrm>
            <a:off x="1810512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" name="Shape 315"/>
          <p:cNvSpPr/>
          <p:nvPr/>
        </p:nvSpPr>
        <p:spPr>
          <a:xfrm>
            <a:off x="1952244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8" name="Shape 316"/>
          <p:cNvSpPr/>
          <p:nvPr/>
        </p:nvSpPr>
        <p:spPr>
          <a:xfrm>
            <a:off x="2093976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9" name="Shape 317"/>
          <p:cNvSpPr/>
          <p:nvPr/>
        </p:nvSpPr>
        <p:spPr>
          <a:xfrm>
            <a:off x="2235708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0" name="Shape 318"/>
          <p:cNvSpPr/>
          <p:nvPr/>
        </p:nvSpPr>
        <p:spPr>
          <a:xfrm>
            <a:off x="2377440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1" name="Shape 319"/>
          <p:cNvSpPr/>
          <p:nvPr/>
        </p:nvSpPr>
        <p:spPr>
          <a:xfrm>
            <a:off x="2519172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2" name="Shape 320"/>
          <p:cNvSpPr/>
          <p:nvPr/>
        </p:nvSpPr>
        <p:spPr>
          <a:xfrm>
            <a:off x="2660904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3" name="Shape 321"/>
          <p:cNvSpPr/>
          <p:nvPr/>
        </p:nvSpPr>
        <p:spPr>
          <a:xfrm>
            <a:off x="2802636" y="3973068"/>
            <a:ext cx="141732" cy="141732"/>
          </a:xfrm>
          <a:prstGeom prst="rect">
            <a:avLst/>
          </a:prstGeom>
          <a:solidFill>
            <a:srgbClr val="3370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4" name="Shape 322"/>
          <p:cNvSpPr/>
          <p:nvPr/>
        </p:nvSpPr>
        <p:spPr>
          <a:xfrm>
            <a:off x="2944368" y="3973068"/>
            <a:ext cx="141732" cy="141732"/>
          </a:xfrm>
          <a:prstGeom prst="rect">
            <a:avLst/>
          </a:prstGeom>
          <a:solidFill>
            <a:srgbClr val="3370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5" name="Shape 323"/>
          <p:cNvSpPr/>
          <p:nvPr/>
        </p:nvSpPr>
        <p:spPr>
          <a:xfrm>
            <a:off x="3086100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" name="Shape 324"/>
          <p:cNvSpPr/>
          <p:nvPr/>
        </p:nvSpPr>
        <p:spPr>
          <a:xfrm>
            <a:off x="3227832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" name="Shape 325"/>
          <p:cNvSpPr/>
          <p:nvPr/>
        </p:nvSpPr>
        <p:spPr>
          <a:xfrm>
            <a:off x="3369564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8" name="Shape 326"/>
          <p:cNvSpPr/>
          <p:nvPr/>
        </p:nvSpPr>
        <p:spPr>
          <a:xfrm>
            <a:off x="3511296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9" name="Shape 327"/>
          <p:cNvSpPr/>
          <p:nvPr/>
        </p:nvSpPr>
        <p:spPr>
          <a:xfrm>
            <a:off x="960120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0" name="Shape 328"/>
          <p:cNvSpPr/>
          <p:nvPr/>
        </p:nvSpPr>
        <p:spPr>
          <a:xfrm>
            <a:off x="1101852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1" name="Shape 329"/>
          <p:cNvSpPr/>
          <p:nvPr/>
        </p:nvSpPr>
        <p:spPr>
          <a:xfrm>
            <a:off x="1243584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2" name="Shape 330"/>
          <p:cNvSpPr/>
          <p:nvPr/>
        </p:nvSpPr>
        <p:spPr>
          <a:xfrm>
            <a:off x="1385316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3" name="Shape 331"/>
          <p:cNvSpPr/>
          <p:nvPr/>
        </p:nvSpPr>
        <p:spPr>
          <a:xfrm>
            <a:off x="1527048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4" name="Shape 332"/>
          <p:cNvSpPr/>
          <p:nvPr/>
        </p:nvSpPr>
        <p:spPr>
          <a:xfrm>
            <a:off x="1668780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5" name="Shape 333"/>
          <p:cNvSpPr/>
          <p:nvPr/>
        </p:nvSpPr>
        <p:spPr>
          <a:xfrm>
            <a:off x="1810512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6" name="Shape 334"/>
          <p:cNvSpPr/>
          <p:nvPr/>
        </p:nvSpPr>
        <p:spPr>
          <a:xfrm>
            <a:off x="1952244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7" name="Shape 335"/>
          <p:cNvSpPr/>
          <p:nvPr/>
        </p:nvSpPr>
        <p:spPr>
          <a:xfrm>
            <a:off x="2093976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" name="Shape 336"/>
          <p:cNvSpPr/>
          <p:nvPr/>
        </p:nvSpPr>
        <p:spPr>
          <a:xfrm>
            <a:off x="2235708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9" name="Shape 337"/>
          <p:cNvSpPr/>
          <p:nvPr/>
        </p:nvSpPr>
        <p:spPr>
          <a:xfrm>
            <a:off x="2377440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0" name="Shape 338"/>
          <p:cNvSpPr/>
          <p:nvPr/>
        </p:nvSpPr>
        <p:spPr>
          <a:xfrm>
            <a:off x="2519172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1" name="Shape 339"/>
          <p:cNvSpPr/>
          <p:nvPr/>
        </p:nvSpPr>
        <p:spPr>
          <a:xfrm>
            <a:off x="2660904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2" name="Shape 340"/>
          <p:cNvSpPr/>
          <p:nvPr/>
        </p:nvSpPr>
        <p:spPr>
          <a:xfrm>
            <a:off x="2802636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3" name="Shape 341"/>
          <p:cNvSpPr/>
          <p:nvPr/>
        </p:nvSpPr>
        <p:spPr>
          <a:xfrm>
            <a:off x="2944368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4" name="Shape 342"/>
          <p:cNvSpPr/>
          <p:nvPr/>
        </p:nvSpPr>
        <p:spPr>
          <a:xfrm>
            <a:off x="3086100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5" name="Shape 343"/>
          <p:cNvSpPr/>
          <p:nvPr/>
        </p:nvSpPr>
        <p:spPr>
          <a:xfrm>
            <a:off x="3227832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6" name="Shape 344"/>
          <p:cNvSpPr/>
          <p:nvPr/>
        </p:nvSpPr>
        <p:spPr>
          <a:xfrm>
            <a:off x="3369564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7" name="Shape 345"/>
          <p:cNvSpPr/>
          <p:nvPr/>
        </p:nvSpPr>
        <p:spPr>
          <a:xfrm>
            <a:off x="3511296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" name="Shape 346"/>
          <p:cNvSpPr/>
          <p:nvPr/>
        </p:nvSpPr>
        <p:spPr>
          <a:xfrm>
            <a:off x="960120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9" name="Shape 347"/>
          <p:cNvSpPr/>
          <p:nvPr/>
        </p:nvSpPr>
        <p:spPr>
          <a:xfrm>
            <a:off x="1101852" y="4256532"/>
            <a:ext cx="141732" cy="141732"/>
          </a:xfrm>
          <a:prstGeom prst="rect">
            <a:avLst/>
          </a:prstGeom>
          <a:solidFill>
            <a:srgbClr val="D9B8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0" name="Shape 348"/>
          <p:cNvSpPr/>
          <p:nvPr/>
        </p:nvSpPr>
        <p:spPr>
          <a:xfrm>
            <a:off x="1243584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1" name="Shape 349"/>
          <p:cNvSpPr/>
          <p:nvPr/>
        </p:nvSpPr>
        <p:spPr>
          <a:xfrm>
            <a:off x="1385316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2" name="Shape 350"/>
          <p:cNvSpPr/>
          <p:nvPr/>
        </p:nvSpPr>
        <p:spPr>
          <a:xfrm>
            <a:off x="1527048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3" name="Shape 351"/>
          <p:cNvSpPr/>
          <p:nvPr/>
        </p:nvSpPr>
        <p:spPr>
          <a:xfrm>
            <a:off x="1668780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4" name="Shape 352"/>
          <p:cNvSpPr/>
          <p:nvPr/>
        </p:nvSpPr>
        <p:spPr>
          <a:xfrm>
            <a:off x="1810512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5" name="Shape 353"/>
          <p:cNvSpPr/>
          <p:nvPr/>
        </p:nvSpPr>
        <p:spPr>
          <a:xfrm>
            <a:off x="1952244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6" name="Shape 354"/>
          <p:cNvSpPr/>
          <p:nvPr/>
        </p:nvSpPr>
        <p:spPr>
          <a:xfrm>
            <a:off x="2093976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7" name="Shape 355"/>
          <p:cNvSpPr/>
          <p:nvPr/>
        </p:nvSpPr>
        <p:spPr>
          <a:xfrm>
            <a:off x="2235708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" name="Shape 356"/>
          <p:cNvSpPr/>
          <p:nvPr/>
        </p:nvSpPr>
        <p:spPr>
          <a:xfrm>
            <a:off x="2377440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9" name="Shape 357"/>
          <p:cNvSpPr/>
          <p:nvPr/>
        </p:nvSpPr>
        <p:spPr>
          <a:xfrm>
            <a:off x="2519172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0" name="Shape 358"/>
          <p:cNvSpPr/>
          <p:nvPr/>
        </p:nvSpPr>
        <p:spPr>
          <a:xfrm>
            <a:off x="2660904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1" name="Shape 359"/>
          <p:cNvSpPr/>
          <p:nvPr/>
        </p:nvSpPr>
        <p:spPr>
          <a:xfrm>
            <a:off x="2802636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2" name="Shape 360"/>
          <p:cNvSpPr/>
          <p:nvPr/>
        </p:nvSpPr>
        <p:spPr>
          <a:xfrm>
            <a:off x="2944368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3" name="Shape 361"/>
          <p:cNvSpPr/>
          <p:nvPr/>
        </p:nvSpPr>
        <p:spPr>
          <a:xfrm>
            <a:off x="3086100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4" name="Shape 362"/>
          <p:cNvSpPr/>
          <p:nvPr/>
        </p:nvSpPr>
        <p:spPr>
          <a:xfrm>
            <a:off x="3227832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5" name="Shape 363"/>
          <p:cNvSpPr/>
          <p:nvPr/>
        </p:nvSpPr>
        <p:spPr>
          <a:xfrm>
            <a:off x="3369564" y="4256532"/>
            <a:ext cx="141732" cy="141732"/>
          </a:xfrm>
          <a:prstGeom prst="rect">
            <a:avLst/>
          </a:prstGeom>
          <a:solidFill>
            <a:srgbClr val="5FB96F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6" name="Shape 364"/>
          <p:cNvSpPr/>
          <p:nvPr/>
        </p:nvSpPr>
        <p:spPr>
          <a:xfrm>
            <a:off x="3511296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7" name="Shape 365"/>
          <p:cNvSpPr/>
          <p:nvPr/>
        </p:nvSpPr>
        <p:spPr>
          <a:xfrm>
            <a:off x="960120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" name="Shape 366"/>
          <p:cNvSpPr/>
          <p:nvPr/>
        </p:nvSpPr>
        <p:spPr>
          <a:xfrm>
            <a:off x="1101852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" name="Shape 367"/>
          <p:cNvSpPr/>
          <p:nvPr/>
        </p:nvSpPr>
        <p:spPr>
          <a:xfrm>
            <a:off x="1243584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0" name="Shape 368"/>
          <p:cNvSpPr/>
          <p:nvPr/>
        </p:nvSpPr>
        <p:spPr>
          <a:xfrm>
            <a:off x="1385316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" name="Shape 369"/>
          <p:cNvSpPr/>
          <p:nvPr/>
        </p:nvSpPr>
        <p:spPr>
          <a:xfrm>
            <a:off x="1527048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2" name="Shape 370"/>
          <p:cNvSpPr/>
          <p:nvPr/>
        </p:nvSpPr>
        <p:spPr>
          <a:xfrm>
            <a:off x="1668780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3" name="Shape 371"/>
          <p:cNvSpPr/>
          <p:nvPr/>
        </p:nvSpPr>
        <p:spPr>
          <a:xfrm>
            <a:off x="1810512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4" name="Shape 372"/>
          <p:cNvSpPr/>
          <p:nvPr/>
        </p:nvSpPr>
        <p:spPr>
          <a:xfrm>
            <a:off x="1952244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5" name="Shape 373"/>
          <p:cNvSpPr/>
          <p:nvPr/>
        </p:nvSpPr>
        <p:spPr>
          <a:xfrm>
            <a:off x="2093976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6" name="Shape 374"/>
          <p:cNvSpPr/>
          <p:nvPr/>
        </p:nvSpPr>
        <p:spPr>
          <a:xfrm>
            <a:off x="2235708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7" name="Shape 375"/>
          <p:cNvSpPr/>
          <p:nvPr/>
        </p:nvSpPr>
        <p:spPr>
          <a:xfrm>
            <a:off x="2377440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" name="Shape 376"/>
          <p:cNvSpPr/>
          <p:nvPr/>
        </p:nvSpPr>
        <p:spPr>
          <a:xfrm>
            <a:off x="2519172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" name="Shape 377"/>
          <p:cNvSpPr/>
          <p:nvPr/>
        </p:nvSpPr>
        <p:spPr>
          <a:xfrm>
            <a:off x="2660904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0" name="Shape 378"/>
          <p:cNvSpPr/>
          <p:nvPr/>
        </p:nvSpPr>
        <p:spPr>
          <a:xfrm>
            <a:off x="2802636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1" name="Shape 379"/>
          <p:cNvSpPr/>
          <p:nvPr/>
        </p:nvSpPr>
        <p:spPr>
          <a:xfrm>
            <a:off x="2944368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2" name="Shape 380"/>
          <p:cNvSpPr/>
          <p:nvPr/>
        </p:nvSpPr>
        <p:spPr>
          <a:xfrm>
            <a:off x="3086100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3" name="Shape 381"/>
          <p:cNvSpPr/>
          <p:nvPr/>
        </p:nvSpPr>
        <p:spPr>
          <a:xfrm>
            <a:off x="3227832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4" name="Shape 382"/>
          <p:cNvSpPr/>
          <p:nvPr/>
        </p:nvSpPr>
        <p:spPr>
          <a:xfrm>
            <a:off x="3369564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5" name="Shape 383"/>
          <p:cNvSpPr/>
          <p:nvPr/>
        </p:nvSpPr>
        <p:spPr>
          <a:xfrm>
            <a:off x="3511296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6" name="Shape 384"/>
          <p:cNvSpPr/>
          <p:nvPr/>
        </p:nvSpPr>
        <p:spPr>
          <a:xfrm>
            <a:off x="2408621" y="2870393"/>
            <a:ext cx="79370" cy="79370"/>
          </a:xfrm>
          <a:prstGeom prst="diamond">
            <a:avLst/>
          </a:prstGeom>
          <a:solidFill>
            <a:srgbClr val="F5EFE0"/>
          </a:solidFill>
          <a:ln w="12700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7" name="Shape 385"/>
          <p:cNvSpPr/>
          <p:nvPr/>
        </p:nvSpPr>
        <p:spPr>
          <a:xfrm>
            <a:off x="2125157" y="3437321"/>
            <a:ext cx="79370" cy="79370"/>
          </a:xfrm>
          <a:prstGeom prst="diamond">
            <a:avLst/>
          </a:prstGeom>
          <a:solidFill>
            <a:srgbClr val="F5EFE0"/>
          </a:solidFill>
          <a:ln w="12700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8" name="Shape 386"/>
          <p:cNvSpPr/>
          <p:nvPr/>
        </p:nvSpPr>
        <p:spPr>
          <a:xfrm>
            <a:off x="4572000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" name="Shape 387"/>
          <p:cNvSpPr/>
          <p:nvPr/>
        </p:nvSpPr>
        <p:spPr>
          <a:xfrm>
            <a:off x="4713732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0" name="Shape 388"/>
          <p:cNvSpPr/>
          <p:nvPr/>
        </p:nvSpPr>
        <p:spPr>
          <a:xfrm>
            <a:off x="4855464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" name="Shape 389"/>
          <p:cNvSpPr/>
          <p:nvPr/>
        </p:nvSpPr>
        <p:spPr>
          <a:xfrm>
            <a:off x="4997196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2" name="Shape 390"/>
          <p:cNvSpPr/>
          <p:nvPr/>
        </p:nvSpPr>
        <p:spPr>
          <a:xfrm>
            <a:off x="5138928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3" name="Shape 391"/>
          <p:cNvSpPr/>
          <p:nvPr/>
        </p:nvSpPr>
        <p:spPr>
          <a:xfrm>
            <a:off x="5280660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4" name="Shape 392"/>
          <p:cNvSpPr/>
          <p:nvPr/>
        </p:nvSpPr>
        <p:spPr>
          <a:xfrm>
            <a:off x="5422392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5" name="Shape 393"/>
          <p:cNvSpPr/>
          <p:nvPr/>
        </p:nvSpPr>
        <p:spPr>
          <a:xfrm>
            <a:off x="5564124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6" name="Shape 394"/>
          <p:cNvSpPr/>
          <p:nvPr/>
        </p:nvSpPr>
        <p:spPr>
          <a:xfrm>
            <a:off x="5705856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7" name="Shape 395"/>
          <p:cNvSpPr/>
          <p:nvPr/>
        </p:nvSpPr>
        <p:spPr>
          <a:xfrm>
            <a:off x="5847588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8" name="Shape 396"/>
          <p:cNvSpPr/>
          <p:nvPr/>
        </p:nvSpPr>
        <p:spPr>
          <a:xfrm>
            <a:off x="5989320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" name="Shape 397"/>
          <p:cNvSpPr/>
          <p:nvPr/>
        </p:nvSpPr>
        <p:spPr>
          <a:xfrm>
            <a:off x="6131052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0" name="Shape 398"/>
          <p:cNvSpPr/>
          <p:nvPr/>
        </p:nvSpPr>
        <p:spPr>
          <a:xfrm>
            <a:off x="6272784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1" name="Shape 399"/>
          <p:cNvSpPr/>
          <p:nvPr/>
        </p:nvSpPr>
        <p:spPr>
          <a:xfrm>
            <a:off x="6414516" y="184708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2" name="Shape 400"/>
          <p:cNvSpPr/>
          <p:nvPr/>
        </p:nvSpPr>
        <p:spPr>
          <a:xfrm>
            <a:off x="6556248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3" name="Shape 401"/>
          <p:cNvSpPr/>
          <p:nvPr/>
        </p:nvSpPr>
        <p:spPr>
          <a:xfrm>
            <a:off x="6697980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4" name="Shape 402"/>
          <p:cNvSpPr/>
          <p:nvPr/>
        </p:nvSpPr>
        <p:spPr>
          <a:xfrm>
            <a:off x="6839712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5" name="Shape 403"/>
          <p:cNvSpPr/>
          <p:nvPr/>
        </p:nvSpPr>
        <p:spPr>
          <a:xfrm>
            <a:off x="6981444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6" name="Shape 404"/>
          <p:cNvSpPr/>
          <p:nvPr/>
        </p:nvSpPr>
        <p:spPr>
          <a:xfrm>
            <a:off x="7123176" y="184708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7" name="Shape 405"/>
          <p:cNvSpPr/>
          <p:nvPr/>
        </p:nvSpPr>
        <p:spPr>
          <a:xfrm>
            <a:off x="4572000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8" name="Shape 406"/>
          <p:cNvSpPr/>
          <p:nvPr/>
        </p:nvSpPr>
        <p:spPr>
          <a:xfrm>
            <a:off x="4713732" y="1988820"/>
            <a:ext cx="141732" cy="141732"/>
          </a:xfrm>
          <a:prstGeom prst="rect">
            <a:avLst/>
          </a:prstGeom>
          <a:solidFill>
            <a:srgbClr val="D053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" name="Shape 407"/>
          <p:cNvSpPr/>
          <p:nvPr/>
        </p:nvSpPr>
        <p:spPr>
          <a:xfrm>
            <a:off x="4855464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" name="Shape 408"/>
          <p:cNvSpPr/>
          <p:nvPr/>
        </p:nvSpPr>
        <p:spPr>
          <a:xfrm>
            <a:off x="4997196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1" name="Shape 409"/>
          <p:cNvSpPr/>
          <p:nvPr/>
        </p:nvSpPr>
        <p:spPr>
          <a:xfrm>
            <a:off x="5138928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2" name="Shape 410"/>
          <p:cNvSpPr/>
          <p:nvPr/>
        </p:nvSpPr>
        <p:spPr>
          <a:xfrm>
            <a:off x="5280660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3" name="Shape 411"/>
          <p:cNvSpPr/>
          <p:nvPr/>
        </p:nvSpPr>
        <p:spPr>
          <a:xfrm>
            <a:off x="5422392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4" name="Shape 412"/>
          <p:cNvSpPr/>
          <p:nvPr/>
        </p:nvSpPr>
        <p:spPr>
          <a:xfrm>
            <a:off x="5564124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5" name="Shape 413"/>
          <p:cNvSpPr/>
          <p:nvPr/>
        </p:nvSpPr>
        <p:spPr>
          <a:xfrm>
            <a:off x="5705856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6" name="Shape 414"/>
          <p:cNvSpPr/>
          <p:nvPr/>
        </p:nvSpPr>
        <p:spPr>
          <a:xfrm>
            <a:off x="5847588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7" name="Shape 415"/>
          <p:cNvSpPr/>
          <p:nvPr/>
        </p:nvSpPr>
        <p:spPr>
          <a:xfrm>
            <a:off x="5989320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" name="Shape 416"/>
          <p:cNvSpPr/>
          <p:nvPr/>
        </p:nvSpPr>
        <p:spPr>
          <a:xfrm>
            <a:off x="6131052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" name="Shape 417"/>
          <p:cNvSpPr/>
          <p:nvPr/>
        </p:nvSpPr>
        <p:spPr>
          <a:xfrm>
            <a:off x="6272784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" name="Shape 418"/>
          <p:cNvSpPr/>
          <p:nvPr/>
        </p:nvSpPr>
        <p:spPr>
          <a:xfrm>
            <a:off x="6414516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" name="Shape 419"/>
          <p:cNvSpPr/>
          <p:nvPr/>
        </p:nvSpPr>
        <p:spPr>
          <a:xfrm>
            <a:off x="6556248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2" name="Shape 420"/>
          <p:cNvSpPr/>
          <p:nvPr/>
        </p:nvSpPr>
        <p:spPr>
          <a:xfrm>
            <a:off x="6697980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3" name="Shape 421"/>
          <p:cNvSpPr/>
          <p:nvPr/>
        </p:nvSpPr>
        <p:spPr>
          <a:xfrm>
            <a:off x="6839712" y="198882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4" name="Shape 422"/>
          <p:cNvSpPr/>
          <p:nvPr/>
        </p:nvSpPr>
        <p:spPr>
          <a:xfrm>
            <a:off x="6981444" y="1988820"/>
            <a:ext cx="141732" cy="141732"/>
          </a:xfrm>
          <a:prstGeom prst="rect">
            <a:avLst/>
          </a:prstGeom>
          <a:solidFill>
            <a:srgbClr val="5B8DD9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5" name="Shape 423"/>
          <p:cNvSpPr/>
          <p:nvPr/>
        </p:nvSpPr>
        <p:spPr>
          <a:xfrm>
            <a:off x="7123176" y="198882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6" name="Shape 424"/>
          <p:cNvSpPr/>
          <p:nvPr/>
        </p:nvSpPr>
        <p:spPr>
          <a:xfrm>
            <a:off x="4572000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7" name="Shape 425"/>
          <p:cNvSpPr/>
          <p:nvPr/>
        </p:nvSpPr>
        <p:spPr>
          <a:xfrm>
            <a:off x="4713732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8" name="Shape 426"/>
          <p:cNvSpPr/>
          <p:nvPr/>
        </p:nvSpPr>
        <p:spPr>
          <a:xfrm>
            <a:off x="4855464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9" name="Shape 427"/>
          <p:cNvSpPr/>
          <p:nvPr/>
        </p:nvSpPr>
        <p:spPr>
          <a:xfrm>
            <a:off x="4997196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0" name="Shape 428"/>
          <p:cNvSpPr/>
          <p:nvPr/>
        </p:nvSpPr>
        <p:spPr>
          <a:xfrm>
            <a:off x="5138928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1" name="Shape 429"/>
          <p:cNvSpPr/>
          <p:nvPr/>
        </p:nvSpPr>
        <p:spPr>
          <a:xfrm>
            <a:off x="5280660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2" name="Shape 430"/>
          <p:cNvSpPr/>
          <p:nvPr/>
        </p:nvSpPr>
        <p:spPr>
          <a:xfrm>
            <a:off x="5422392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3" name="Shape 431"/>
          <p:cNvSpPr/>
          <p:nvPr/>
        </p:nvSpPr>
        <p:spPr>
          <a:xfrm>
            <a:off x="5564124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4" name="Shape 432"/>
          <p:cNvSpPr/>
          <p:nvPr/>
        </p:nvSpPr>
        <p:spPr>
          <a:xfrm>
            <a:off x="5705856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5" name="Shape 433"/>
          <p:cNvSpPr/>
          <p:nvPr/>
        </p:nvSpPr>
        <p:spPr>
          <a:xfrm>
            <a:off x="5847588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6" name="Shape 434"/>
          <p:cNvSpPr/>
          <p:nvPr/>
        </p:nvSpPr>
        <p:spPr>
          <a:xfrm>
            <a:off x="5989320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7" name="Shape 435"/>
          <p:cNvSpPr/>
          <p:nvPr/>
        </p:nvSpPr>
        <p:spPr>
          <a:xfrm>
            <a:off x="6131052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8" name="Shape 436"/>
          <p:cNvSpPr/>
          <p:nvPr/>
        </p:nvSpPr>
        <p:spPr>
          <a:xfrm>
            <a:off x="6272784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9" name="Shape 437"/>
          <p:cNvSpPr/>
          <p:nvPr/>
        </p:nvSpPr>
        <p:spPr>
          <a:xfrm>
            <a:off x="6414516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" name="Shape 438"/>
          <p:cNvSpPr/>
          <p:nvPr/>
        </p:nvSpPr>
        <p:spPr>
          <a:xfrm>
            <a:off x="6556248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1" name="Shape 439"/>
          <p:cNvSpPr/>
          <p:nvPr/>
        </p:nvSpPr>
        <p:spPr>
          <a:xfrm>
            <a:off x="6697980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2" name="Shape 440"/>
          <p:cNvSpPr/>
          <p:nvPr/>
        </p:nvSpPr>
        <p:spPr>
          <a:xfrm>
            <a:off x="6839712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3" name="Shape 441"/>
          <p:cNvSpPr/>
          <p:nvPr/>
        </p:nvSpPr>
        <p:spPr>
          <a:xfrm>
            <a:off x="6981444" y="213055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4" name="Shape 442"/>
          <p:cNvSpPr/>
          <p:nvPr/>
        </p:nvSpPr>
        <p:spPr>
          <a:xfrm>
            <a:off x="7123176" y="213055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" name="Shape 443"/>
          <p:cNvSpPr/>
          <p:nvPr/>
        </p:nvSpPr>
        <p:spPr>
          <a:xfrm>
            <a:off x="4572000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" name="Shape 444"/>
          <p:cNvSpPr/>
          <p:nvPr/>
        </p:nvSpPr>
        <p:spPr>
          <a:xfrm>
            <a:off x="4713732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7" name="Shape 445"/>
          <p:cNvSpPr/>
          <p:nvPr/>
        </p:nvSpPr>
        <p:spPr>
          <a:xfrm>
            <a:off x="4855464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" name="Shape 446"/>
          <p:cNvSpPr/>
          <p:nvPr/>
        </p:nvSpPr>
        <p:spPr>
          <a:xfrm>
            <a:off x="4997196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" name="Shape 447"/>
          <p:cNvSpPr/>
          <p:nvPr/>
        </p:nvSpPr>
        <p:spPr>
          <a:xfrm>
            <a:off x="5138928" y="2272284"/>
            <a:ext cx="141732" cy="141732"/>
          </a:xfrm>
          <a:prstGeom prst="rect">
            <a:avLst/>
          </a:prstGeom>
          <a:solidFill>
            <a:srgbClr val="7A332E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" name="Shape 448"/>
          <p:cNvSpPr/>
          <p:nvPr/>
        </p:nvSpPr>
        <p:spPr>
          <a:xfrm>
            <a:off x="5280660" y="2272284"/>
            <a:ext cx="141732" cy="141732"/>
          </a:xfrm>
          <a:prstGeom prst="rect">
            <a:avLst/>
          </a:prstGeom>
          <a:solidFill>
            <a:srgbClr val="7A332E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1" name="Shape 449"/>
          <p:cNvSpPr/>
          <p:nvPr/>
        </p:nvSpPr>
        <p:spPr>
          <a:xfrm>
            <a:off x="5422392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2" name="Shape 450"/>
          <p:cNvSpPr/>
          <p:nvPr/>
        </p:nvSpPr>
        <p:spPr>
          <a:xfrm>
            <a:off x="5564124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3" name="Shape 451"/>
          <p:cNvSpPr/>
          <p:nvPr/>
        </p:nvSpPr>
        <p:spPr>
          <a:xfrm>
            <a:off x="5705856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4" name="Shape 452"/>
          <p:cNvSpPr/>
          <p:nvPr/>
        </p:nvSpPr>
        <p:spPr>
          <a:xfrm>
            <a:off x="5847588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5" name="Shape 453"/>
          <p:cNvSpPr/>
          <p:nvPr/>
        </p:nvSpPr>
        <p:spPr>
          <a:xfrm>
            <a:off x="5989320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6" name="Shape 454"/>
          <p:cNvSpPr/>
          <p:nvPr/>
        </p:nvSpPr>
        <p:spPr>
          <a:xfrm>
            <a:off x="6131052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7" name="Shape 455"/>
          <p:cNvSpPr/>
          <p:nvPr/>
        </p:nvSpPr>
        <p:spPr>
          <a:xfrm>
            <a:off x="6272784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" name="Shape 456"/>
          <p:cNvSpPr/>
          <p:nvPr/>
        </p:nvSpPr>
        <p:spPr>
          <a:xfrm>
            <a:off x="6414516" y="2272284"/>
            <a:ext cx="141732" cy="141732"/>
          </a:xfrm>
          <a:prstGeom prst="rect">
            <a:avLst/>
          </a:prstGeom>
          <a:solidFill>
            <a:srgbClr val="33517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9" name="Shape 457"/>
          <p:cNvSpPr/>
          <p:nvPr/>
        </p:nvSpPr>
        <p:spPr>
          <a:xfrm>
            <a:off x="6556248" y="2272284"/>
            <a:ext cx="141732" cy="141732"/>
          </a:xfrm>
          <a:prstGeom prst="rect">
            <a:avLst/>
          </a:prstGeom>
          <a:solidFill>
            <a:srgbClr val="33517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0" name="Shape 458"/>
          <p:cNvSpPr/>
          <p:nvPr/>
        </p:nvSpPr>
        <p:spPr>
          <a:xfrm>
            <a:off x="6697980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" name="Shape 459"/>
          <p:cNvSpPr/>
          <p:nvPr/>
        </p:nvSpPr>
        <p:spPr>
          <a:xfrm>
            <a:off x="6839712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2" name="Shape 460"/>
          <p:cNvSpPr/>
          <p:nvPr/>
        </p:nvSpPr>
        <p:spPr>
          <a:xfrm>
            <a:off x="6981444" y="227228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" name="Shape 461"/>
          <p:cNvSpPr/>
          <p:nvPr/>
        </p:nvSpPr>
        <p:spPr>
          <a:xfrm>
            <a:off x="7123176" y="227228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4" name="Shape 462"/>
          <p:cNvSpPr/>
          <p:nvPr/>
        </p:nvSpPr>
        <p:spPr>
          <a:xfrm>
            <a:off x="4572000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5" name="Shape 463"/>
          <p:cNvSpPr/>
          <p:nvPr/>
        </p:nvSpPr>
        <p:spPr>
          <a:xfrm>
            <a:off x="4713732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" name="Shape 464"/>
          <p:cNvSpPr/>
          <p:nvPr/>
        </p:nvSpPr>
        <p:spPr>
          <a:xfrm>
            <a:off x="4855464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7" name="Shape 465"/>
          <p:cNvSpPr/>
          <p:nvPr/>
        </p:nvSpPr>
        <p:spPr>
          <a:xfrm>
            <a:off x="4997196" y="2414016"/>
            <a:ext cx="141732" cy="141732"/>
          </a:xfrm>
          <a:prstGeom prst="rect">
            <a:avLst/>
          </a:prstGeom>
          <a:solidFill>
            <a:srgbClr val="7A332E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8" name="Shape 466"/>
          <p:cNvSpPr/>
          <p:nvPr/>
        </p:nvSpPr>
        <p:spPr>
          <a:xfrm>
            <a:off x="5138928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9" name="Shape 467"/>
          <p:cNvSpPr/>
          <p:nvPr/>
        </p:nvSpPr>
        <p:spPr>
          <a:xfrm>
            <a:off x="5280660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0" name="Shape 468"/>
          <p:cNvSpPr/>
          <p:nvPr/>
        </p:nvSpPr>
        <p:spPr>
          <a:xfrm>
            <a:off x="5422392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" name="Shape 469"/>
          <p:cNvSpPr/>
          <p:nvPr/>
        </p:nvSpPr>
        <p:spPr>
          <a:xfrm>
            <a:off x="5564124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2" name="Shape 470"/>
          <p:cNvSpPr/>
          <p:nvPr/>
        </p:nvSpPr>
        <p:spPr>
          <a:xfrm>
            <a:off x="5586801" y="2436693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3" name="Shape 471"/>
          <p:cNvSpPr/>
          <p:nvPr/>
        </p:nvSpPr>
        <p:spPr>
          <a:xfrm>
            <a:off x="5705856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4" name="Shape 472"/>
          <p:cNvSpPr/>
          <p:nvPr/>
        </p:nvSpPr>
        <p:spPr>
          <a:xfrm>
            <a:off x="5847588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5" name="Shape 473"/>
          <p:cNvSpPr/>
          <p:nvPr/>
        </p:nvSpPr>
        <p:spPr>
          <a:xfrm>
            <a:off x="5989320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6" name="Shape 474"/>
          <p:cNvSpPr/>
          <p:nvPr/>
        </p:nvSpPr>
        <p:spPr>
          <a:xfrm>
            <a:off x="6131052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" name="Shape 475"/>
          <p:cNvSpPr/>
          <p:nvPr/>
        </p:nvSpPr>
        <p:spPr>
          <a:xfrm>
            <a:off x="6153729" y="2436693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8" name="Shape 476"/>
          <p:cNvSpPr/>
          <p:nvPr/>
        </p:nvSpPr>
        <p:spPr>
          <a:xfrm>
            <a:off x="6272784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9" name="Shape 477"/>
          <p:cNvSpPr/>
          <p:nvPr/>
        </p:nvSpPr>
        <p:spPr>
          <a:xfrm>
            <a:off x="6414516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0" name="Shape 478"/>
          <p:cNvSpPr/>
          <p:nvPr/>
        </p:nvSpPr>
        <p:spPr>
          <a:xfrm>
            <a:off x="6556248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" name="Shape 479"/>
          <p:cNvSpPr/>
          <p:nvPr/>
        </p:nvSpPr>
        <p:spPr>
          <a:xfrm>
            <a:off x="6697980" y="2414016"/>
            <a:ext cx="141732" cy="141732"/>
          </a:xfrm>
          <a:prstGeom prst="rect">
            <a:avLst/>
          </a:prstGeom>
          <a:solidFill>
            <a:srgbClr val="33517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2" name="Shape 480"/>
          <p:cNvSpPr/>
          <p:nvPr/>
        </p:nvSpPr>
        <p:spPr>
          <a:xfrm>
            <a:off x="6839712" y="241401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3" name="Shape 481"/>
          <p:cNvSpPr/>
          <p:nvPr/>
        </p:nvSpPr>
        <p:spPr>
          <a:xfrm>
            <a:off x="6981444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4" name="Shape 482"/>
          <p:cNvSpPr/>
          <p:nvPr/>
        </p:nvSpPr>
        <p:spPr>
          <a:xfrm>
            <a:off x="7123176" y="241401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5" name="Shape 483"/>
          <p:cNvSpPr/>
          <p:nvPr/>
        </p:nvSpPr>
        <p:spPr>
          <a:xfrm>
            <a:off x="4572000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6" name="Shape 484"/>
          <p:cNvSpPr/>
          <p:nvPr/>
        </p:nvSpPr>
        <p:spPr>
          <a:xfrm>
            <a:off x="4713732" y="255574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7" name="Shape 485"/>
          <p:cNvSpPr/>
          <p:nvPr/>
        </p:nvSpPr>
        <p:spPr>
          <a:xfrm>
            <a:off x="4855464" y="255574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8" name="Shape 486"/>
          <p:cNvSpPr/>
          <p:nvPr/>
        </p:nvSpPr>
        <p:spPr>
          <a:xfrm>
            <a:off x="4997196" y="2555748"/>
            <a:ext cx="141732" cy="141732"/>
          </a:xfrm>
          <a:prstGeom prst="rect">
            <a:avLst/>
          </a:prstGeom>
          <a:solidFill>
            <a:srgbClr val="7A332E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9" name="Shape 487"/>
          <p:cNvSpPr/>
          <p:nvPr/>
        </p:nvSpPr>
        <p:spPr>
          <a:xfrm>
            <a:off x="5138928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0" name="Shape 488"/>
          <p:cNvSpPr/>
          <p:nvPr/>
        </p:nvSpPr>
        <p:spPr>
          <a:xfrm>
            <a:off x="5280660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" name="Shape 489"/>
          <p:cNvSpPr/>
          <p:nvPr/>
        </p:nvSpPr>
        <p:spPr>
          <a:xfrm>
            <a:off x="5422392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2" name="Shape 490"/>
          <p:cNvSpPr/>
          <p:nvPr/>
        </p:nvSpPr>
        <p:spPr>
          <a:xfrm>
            <a:off x="5564124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3" name="Shape 491"/>
          <p:cNvSpPr/>
          <p:nvPr/>
        </p:nvSpPr>
        <p:spPr>
          <a:xfrm>
            <a:off x="5705856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4" name="Shape 492"/>
          <p:cNvSpPr/>
          <p:nvPr/>
        </p:nvSpPr>
        <p:spPr>
          <a:xfrm>
            <a:off x="5847588" y="255574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5" name="Shape 493"/>
          <p:cNvSpPr/>
          <p:nvPr/>
        </p:nvSpPr>
        <p:spPr>
          <a:xfrm>
            <a:off x="5989320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6" name="Shape 494"/>
          <p:cNvSpPr/>
          <p:nvPr/>
        </p:nvSpPr>
        <p:spPr>
          <a:xfrm>
            <a:off x="6131052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7" name="Shape 495"/>
          <p:cNvSpPr/>
          <p:nvPr/>
        </p:nvSpPr>
        <p:spPr>
          <a:xfrm>
            <a:off x="6272784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8" name="Shape 496"/>
          <p:cNvSpPr/>
          <p:nvPr/>
        </p:nvSpPr>
        <p:spPr>
          <a:xfrm>
            <a:off x="6414516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" name="Shape 497"/>
          <p:cNvSpPr/>
          <p:nvPr/>
        </p:nvSpPr>
        <p:spPr>
          <a:xfrm>
            <a:off x="6556248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0" name="Shape 498"/>
          <p:cNvSpPr/>
          <p:nvPr/>
        </p:nvSpPr>
        <p:spPr>
          <a:xfrm>
            <a:off x="6697980" y="2555748"/>
            <a:ext cx="141732" cy="141732"/>
          </a:xfrm>
          <a:prstGeom prst="rect">
            <a:avLst/>
          </a:prstGeom>
          <a:solidFill>
            <a:srgbClr val="33517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" name="Shape 499"/>
          <p:cNvSpPr/>
          <p:nvPr/>
        </p:nvSpPr>
        <p:spPr>
          <a:xfrm>
            <a:off x="6839712" y="255574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" name="Shape 500"/>
          <p:cNvSpPr/>
          <p:nvPr/>
        </p:nvSpPr>
        <p:spPr>
          <a:xfrm>
            <a:off x="6981444" y="255574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3" name="Shape 501"/>
          <p:cNvSpPr/>
          <p:nvPr/>
        </p:nvSpPr>
        <p:spPr>
          <a:xfrm>
            <a:off x="7123176" y="255574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4" name="Shape 502"/>
          <p:cNvSpPr/>
          <p:nvPr/>
        </p:nvSpPr>
        <p:spPr>
          <a:xfrm>
            <a:off x="4572000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5" name="Shape 503"/>
          <p:cNvSpPr/>
          <p:nvPr/>
        </p:nvSpPr>
        <p:spPr>
          <a:xfrm>
            <a:off x="4713732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6" name="Shape 504"/>
          <p:cNvSpPr/>
          <p:nvPr/>
        </p:nvSpPr>
        <p:spPr>
          <a:xfrm>
            <a:off x="4855464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7" name="Shape 505"/>
          <p:cNvSpPr/>
          <p:nvPr/>
        </p:nvSpPr>
        <p:spPr>
          <a:xfrm>
            <a:off x="4997196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8" name="Shape 506"/>
          <p:cNvSpPr/>
          <p:nvPr/>
        </p:nvSpPr>
        <p:spPr>
          <a:xfrm>
            <a:off x="5138928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9" name="Shape 507"/>
          <p:cNvSpPr/>
          <p:nvPr/>
        </p:nvSpPr>
        <p:spPr>
          <a:xfrm>
            <a:off x="5280660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0" name="Shape 508"/>
          <p:cNvSpPr/>
          <p:nvPr/>
        </p:nvSpPr>
        <p:spPr>
          <a:xfrm>
            <a:off x="5422392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1" name="Shape 509"/>
          <p:cNvSpPr/>
          <p:nvPr/>
        </p:nvSpPr>
        <p:spPr>
          <a:xfrm>
            <a:off x="5433365" y="2708453"/>
            <a:ext cx="119786" cy="119786"/>
          </a:xfrm>
          <a:prstGeom prst="rect">
            <a:avLst/>
          </a:prstGeom>
          <a:solidFill>
            <a:srgbClr val="C9A227"/>
          </a:solidFill>
          <a:ln w="9525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" name="Shape 510"/>
          <p:cNvSpPr/>
          <p:nvPr/>
        </p:nvSpPr>
        <p:spPr>
          <a:xfrm>
            <a:off x="5564124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3" name="Shape 511"/>
          <p:cNvSpPr/>
          <p:nvPr/>
        </p:nvSpPr>
        <p:spPr>
          <a:xfrm>
            <a:off x="5705856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4" name="Shape 512"/>
          <p:cNvSpPr/>
          <p:nvPr/>
        </p:nvSpPr>
        <p:spPr>
          <a:xfrm>
            <a:off x="5847588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5" name="Shape 513"/>
          <p:cNvSpPr/>
          <p:nvPr/>
        </p:nvSpPr>
        <p:spPr>
          <a:xfrm>
            <a:off x="5989320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6" name="Shape 514"/>
          <p:cNvSpPr/>
          <p:nvPr/>
        </p:nvSpPr>
        <p:spPr>
          <a:xfrm>
            <a:off x="6131052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7" name="Shape 515"/>
          <p:cNvSpPr/>
          <p:nvPr/>
        </p:nvSpPr>
        <p:spPr>
          <a:xfrm>
            <a:off x="6272784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8" name="Shape 516"/>
          <p:cNvSpPr/>
          <p:nvPr/>
        </p:nvSpPr>
        <p:spPr>
          <a:xfrm>
            <a:off x="6283757" y="2708453"/>
            <a:ext cx="119786" cy="119786"/>
          </a:xfrm>
          <a:prstGeom prst="rect">
            <a:avLst/>
          </a:prstGeom>
          <a:solidFill>
            <a:srgbClr val="2E3D4A"/>
          </a:solidFill>
          <a:ln w="9525">
            <a:solidFill>
              <a:srgbClr val="4A6B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9" name="Shape 517"/>
          <p:cNvSpPr/>
          <p:nvPr/>
        </p:nvSpPr>
        <p:spPr>
          <a:xfrm>
            <a:off x="6414516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0" name="Shape 518"/>
          <p:cNvSpPr/>
          <p:nvPr/>
        </p:nvSpPr>
        <p:spPr>
          <a:xfrm>
            <a:off x="6556248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1" name="Shape 519"/>
          <p:cNvSpPr/>
          <p:nvPr/>
        </p:nvSpPr>
        <p:spPr>
          <a:xfrm>
            <a:off x="6697980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" name="Shape 520"/>
          <p:cNvSpPr/>
          <p:nvPr/>
        </p:nvSpPr>
        <p:spPr>
          <a:xfrm>
            <a:off x="6839712" y="269748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3" name="Shape 521"/>
          <p:cNvSpPr/>
          <p:nvPr/>
        </p:nvSpPr>
        <p:spPr>
          <a:xfrm>
            <a:off x="6981444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4" name="Shape 522"/>
          <p:cNvSpPr/>
          <p:nvPr/>
        </p:nvSpPr>
        <p:spPr>
          <a:xfrm>
            <a:off x="7123176" y="269748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5" name="Shape 523"/>
          <p:cNvSpPr/>
          <p:nvPr/>
        </p:nvSpPr>
        <p:spPr>
          <a:xfrm>
            <a:off x="4572000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6" name="Shape 524"/>
          <p:cNvSpPr/>
          <p:nvPr/>
        </p:nvSpPr>
        <p:spPr>
          <a:xfrm>
            <a:off x="4713732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7" name="Shape 525"/>
          <p:cNvSpPr/>
          <p:nvPr/>
        </p:nvSpPr>
        <p:spPr>
          <a:xfrm>
            <a:off x="4855464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8" name="Shape 526"/>
          <p:cNvSpPr/>
          <p:nvPr/>
        </p:nvSpPr>
        <p:spPr>
          <a:xfrm>
            <a:off x="4997196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9" name="Shape 527"/>
          <p:cNvSpPr/>
          <p:nvPr/>
        </p:nvSpPr>
        <p:spPr>
          <a:xfrm>
            <a:off x="5138928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0" name="Shape 528"/>
          <p:cNvSpPr/>
          <p:nvPr/>
        </p:nvSpPr>
        <p:spPr>
          <a:xfrm>
            <a:off x="5161605" y="2861889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1" name="Shape 529"/>
          <p:cNvSpPr/>
          <p:nvPr/>
        </p:nvSpPr>
        <p:spPr>
          <a:xfrm>
            <a:off x="5280660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" name="Shape 530"/>
          <p:cNvSpPr/>
          <p:nvPr/>
        </p:nvSpPr>
        <p:spPr>
          <a:xfrm>
            <a:off x="5422392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3" name="Shape 531"/>
          <p:cNvSpPr/>
          <p:nvPr/>
        </p:nvSpPr>
        <p:spPr>
          <a:xfrm>
            <a:off x="5564124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4" name="Shape 532"/>
          <p:cNvSpPr/>
          <p:nvPr/>
        </p:nvSpPr>
        <p:spPr>
          <a:xfrm>
            <a:off x="5705856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5" name="Shape 533"/>
          <p:cNvSpPr/>
          <p:nvPr/>
        </p:nvSpPr>
        <p:spPr>
          <a:xfrm>
            <a:off x="5847588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6" name="Shape 534"/>
          <p:cNvSpPr/>
          <p:nvPr/>
        </p:nvSpPr>
        <p:spPr>
          <a:xfrm>
            <a:off x="5989320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7" name="Shape 535"/>
          <p:cNvSpPr/>
          <p:nvPr/>
        </p:nvSpPr>
        <p:spPr>
          <a:xfrm>
            <a:off x="6000293" y="2850185"/>
            <a:ext cx="119786" cy="119786"/>
          </a:xfrm>
          <a:prstGeom prst="rect">
            <a:avLst/>
          </a:prstGeom>
          <a:solidFill>
            <a:srgbClr val="C9A227"/>
          </a:solidFill>
          <a:ln w="9525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8" name="Shape 536"/>
          <p:cNvSpPr/>
          <p:nvPr/>
        </p:nvSpPr>
        <p:spPr>
          <a:xfrm>
            <a:off x="6131052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9" name="Shape 537"/>
          <p:cNvSpPr/>
          <p:nvPr/>
        </p:nvSpPr>
        <p:spPr>
          <a:xfrm>
            <a:off x="6272784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0" name="Shape 538"/>
          <p:cNvSpPr/>
          <p:nvPr/>
        </p:nvSpPr>
        <p:spPr>
          <a:xfrm>
            <a:off x="6414516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1" name="Shape 539"/>
          <p:cNvSpPr/>
          <p:nvPr/>
        </p:nvSpPr>
        <p:spPr>
          <a:xfrm>
            <a:off x="6556248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" name="Shape 540"/>
          <p:cNvSpPr/>
          <p:nvPr/>
        </p:nvSpPr>
        <p:spPr>
          <a:xfrm>
            <a:off x="6578925" y="2861889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" name="Shape 541"/>
          <p:cNvSpPr/>
          <p:nvPr/>
        </p:nvSpPr>
        <p:spPr>
          <a:xfrm>
            <a:off x="6697980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4" name="Shape 542"/>
          <p:cNvSpPr/>
          <p:nvPr/>
        </p:nvSpPr>
        <p:spPr>
          <a:xfrm>
            <a:off x="6839712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5" name="Shape 543"/>
          <p:cNvSpPr/>
          <p:nvPr/>
        </p:nvSpPr>
        <p:spPr>
          <a:xfrm>
            <a:off x="6981444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6" name="Shape 544"/>
          <p:cNvSpPr/>
          <p:nvPr/>
        </p:nvSpPr>
        <p:spPr>
          <a:xfrm>
            <a:off x="7123176" y="283921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7" name="Shape 545"/>
          <p:cNvSpPr/>
          <p:nvPr/>
        </p:nvSpPr>
        <p:spPr>
          <a:xfrm>
            <a:off x="4572000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8" name="Shape 546"/>
          <p:cNvSpPr/>
          <p:nvPr/>
        </p:nvSpPr>
        <p:spPr>
          <a:xfrm>
            <a:off x="4713732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9" name="Shape 547"/>
          <p:cNvSpPr/>
          <p:nvPr/>
        </p:nvSpPr>
        <p:spPr>
          <a:xfrm>
            <a:off x="4855464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0" name="Shape 548"/>
          <p:cNvSpPr/>
          <p:nvPr/>
        </p:nvSpPr>
        <p:spPr>
          <a:xfrm>
            <a:off x="4997196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1" name="Shape 549"/>
          <p:cNvSpPr/>
          <p:nvPr/>
        </p:nvSpPr>
        <p:spPr>
          <a:xfrm>
            <a:off x="5138928" y="298094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" name="Shape 550"/>
          <p:cNvSpPr/>
          <p:nvPr/>
        </p:nvSpPr>
        <p:spPr>
          <a:xfrm>
            <a:off x="5280660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" name="Shape 551"/>
          <p:cNvSpPr/>
          <p:nvPr/>
        </p:nvSpPr>
        <p:spPr>
          <a:xfrm>
            <a:off x="5422392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4" name="Shape 552"/>
          <p:cNvSpPr/>
          <p:nvPr/>
        </p:nvSpPr>
        <p:spPr>
          <a:xfrm>
            <a:off x="5564124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5" name="Shape 553"/>
          <p:cNvSpPr/>
          <p:nvPr/>
        </p:nvSpPr>
        <p:spPr>
          <a:xfrm>
            <a:off x="5575097" y="2991917"/>
            <a:ext cx="119786" cy="119786"/>
          </a:xfrm>
          <a:prstGeom prst="rect">
            <a:avLst/>
          </a:prstGeom>
          <a:solidFill>
            <a:srgbClr val="2E3D4A"/>
          </a:solidFill>
          <a:ln w="9525">
            <a:solidFill>
              <a:srgbClr val="4A6B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6" name="Shape 554"/>
          <p:cNvSpPr/>
          <p:nvPr/>
        </p:nvSpPr>
        <p:spPr>
          <a:xfrm>
            <a:off x="5705856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7" name="Shape 555"/>
          <p:cNvSpPr/>
          <p:nvPr/>
        </p:nvSpPr>
        <p:spPr>
          <a:xfrm>
            <a:off x="5847588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8" name="Shape 556"/>
          <p:cNvSpPr/>
          <p:nvPr/>
        </p:nvSpPr>
        <p:spPr>
          <a:xfrm>
            <a:off x="5989320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9" name="Shape 557"/>
          <p:cNvSpPr/>
          <p:nvPr/>
        </p:nvSpPr>
        <p:spPr>
          <a:xfrm>
            <a:off x="6131052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0" name="Shape 558"/>
          <p:cNvSpPr/>
          <p:nvPr/>
        </p:nvSpPr>
        <p:spPr>
          <a:xfrm>
            <a:off x="6272784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1" name="Shape 559"/>
          <p:cNvSpPr/>
          <p:nvPr/>
        </p:nvSpPr>
        <p:spPr>
          <a:xfrm>
            <a:off x="6414516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2" name="Shape 560"/>
          <p:cNvSpPr/>
          <p:nvPr/>
        </p:nvSpPr>
        <p:spPr>
          <a:xfrm>
            <a:off x="6556248" y="298094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" name="Shape 561"/>
          <p:cNvSpPr/>
          <p:nvPr/>
        </p:nvSpPr>
        <p:spPr>
          <a:xfrm>
            <a:off x="6697980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" name="Shape 562"/>
          <p:cNvSpPr/>
          <p:nvPr/>
        </p:nvSpPr>
        <p:spPr>
          <a:xfrm>
            <a:off x="6839712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5" name="Shape 563"/>
          <p:cNvSpPr/>
          <p:nvPr/>
        </p:nvSpPr>
        <p:spPr>
          <a:xfrm>
            <a:off x="6981444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6" name="Shape 564"/>
          <p:cNvSpPr/>
          <p:nvPr/>
        </p:nvSpPr>
        <p:spPr>
          <a:xfrm>
            <a:off x="7123176" y="298094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7" name="Shape 565"/>
          <p:cNvSpPr/>
          <p:nvPr/>
        </p:nvSpPr>
        <p:spPr>
          <a:xfrm>
            <a:off x="4572000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8" name="Shape 566"/>
          <p:cNvSpPr/>
          <p:nvPr/>
        </p:nvSpPr>
        <p:spPr>
          <a:xfrm>
            <a:off x="4713732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9" name="Shape 567"/>
          <p:cNvSpPr/>
          <p:nvPr/>
        </p:nvSpPr>
        <p:spPr>
          <a:xfrm>
            <a:off x="4855464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0" name="Shape 568"/>
          <p:cNvSpPr/>
          <p:nvPr/>
        </p:nvSpPr>
        <p:spPr>
          <a:xfrm>
            <a:off x="4997196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1" name="Shape 569"/>
          <p:cNvSpPr/>
          <p:nvPr/>
        </p:nvSpPr>
        <p:spPr>
          <a:xfrm>
            <a:off x="5138928" y="312267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2" name="Shape 570"/>
          <p:cNvSpPr/>
          <p:nvPr/>
        </p:nvSpPr>
        <p:spPr>
          <a:xfrm>
            <a:off x="5280660" y="312267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" name="Shape 571"/>
          <p:cNvSpPr/>
          <p:nvPr/>
        </p:nvSpPr>
        <p:spPr>
          <a:xfrm>
            <a:off x="5422392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4" name="Shape 572"/>
          <p:cNvSpPr/>
          <p:nvPr/>
        </p:nvSpPr>
        <p:spPr>
          <a:xfrm>
            <a:off x="5564124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5" name="Shape 573"/>
          <p:cNvSpPr/>
          <p:nvPr/>
        </p:nvSpPr>
        <p:spPr>
          <a:xfrm>
            <a:off x="5705856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6" name="Shape 574"/>
          <p:cNvSpPr/>
          <p:nvPr/>
        </p:nvSpPr>
        <p:spPr>
          <a:xfrm>
            <a:off x="5847588" y="312267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7" name="Shape 575"/>
          <p:cNvSpPr/>
          <p:nvPr/>
        </p:nvSpPr>
        <p:spPr>
          <a:xfrm>
            <a:off x="5989320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8" name="Shape 576"/>
          <p:cNvSpPr/>
          <p:nvPr/>
        </p:nvSpPr>
        <p:spPr>
          <a:xfrm>
            <a:off x="6131052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9" name="Shape 577"/>
          <p:cNvSpPr/>
          <p:nvPr/>
        </p:nvSpPr>
        <p:spPr>
          <a:xfrm>
            <a:off x="6272784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0" name="Shape 578"/>
          <p:cNvSpPr/>
          <p:nvPr/>
        </p:nvSpPr>
        <p:spPr>
          <a:xfrm>
            <a:off x="6414516" y="312267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1" name="Shape 579"/>
          <p:cNvSpPr/>
          <p:nvPr/>
        </p:nvSpPr>
        <p:spPr>
          <a:xfrm>
            <a:off x="6556248" y="312267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2" name="Shape 580"/>
          <p:cNvSpPr/>
          <p:nvPr/>
        </p:nvSpPr>
        <p:spPr>
          <a:xfrm>
            <a:off x="6697980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" name="Shape 581"/>
          <p:cNvSpPr/>
          <p:nvPr/>
        </p:nvSpPr>
        <p:spPr>
          <a:xfrm>
            <a:off x="6839712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4" name="Shape 582"/>
          <p:cNvSpPr/>
          <p:nvPr/>
        </p:nvSpPr>
        <p:spPr>
          <a:xfrm>
            <a:off x="6981444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5" name="Shape 583"/>
          <p:cNvSpPr/>
          <p:nvPr/>
        </p:nvSpPr>
        <p:spPr>
          <a:xfrm>
            <a:off x="7123176" y="312267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6" name="Shape 584"/>
          <p:cNvSpPr/>
          <p:nvPr/>
        </p:nvSpPr>
        <p:spPr>
          <a:xfrm>
            <a:off x="4572000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7" name="Shape 585"/>
          <p:cNvSpPr/>
          <p:nvPr/>
        </p:nvSpPr>
        <p:spPr>
          <a:xfrm>
            <a:off x="4713732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8" name="Shape 586"/>
          <p:cNvSpPr/>
          <p:nvPr/>
        </p:nvSpPr>
        <p:spPr>
          <a:xfrm>
            <a:off x="4855464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9" name="Shape 587"/>
          <p:cNvSpPr/>
          <p:nvPr/>
        </p:nvSpPr>
        <p:spPr>
          <a:xfrm>
            <a:off x="4997196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0" name="Shape 588"/>
          <p:cNvSpPr/>
          <p:nvPr/>
        </p:nvSpPr>
        <p:spPr>
          <a:xfrm>
            <a:off x="5138928" y="326440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1" name="Shape 589"/>
          <p:cNvSpPr/>
          <p:nvPr/>
        </p:nvSpPr>
        <p:spPr>
          <a:xfrm>
            <a:off x="5280660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2" name="Shape 590"/>
          <p:cNvSpPr/>
          <p:nvPr/>
        </p:nvSpPr>
        <p:spPr>
          <a:xfrm>
            <a:off x="5422392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3" name="Shape 591"/>
          <p:cNvSpPr/>
          <p:nvPr/>
        </p:nvSpPr>
        <p:spPr>
          <a:xfrm>
            <a:off x="5564124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4" name="Shape 592"/>
          <p:cNvSpPr/>
          <p:nvPr/>
        </p:nvSpPr>
        <p:spPr>
          <a:xfrm>
            <a:off x="5705856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5" name="Shape 593"/>
          <p:cNvSpPr/>
          <p:nvPr/>
        </p:nvSpPr>
        <p:spPr>
          <a:xfrm>
            <a:off x="5847588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6" name="Shape 594"/>
          <p:cNvSpPr/>
          <p:nvPr/>
        </p:nvSpPr>
        <p:spPr>
          <a:xfrm>
            <a:off x="5989320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7" name="Shape 595"/>
          <p:cNvSpPr/>
          <p:nvPr/>
        </p:nvSpPr>
        <p:spPr>
          <a:xfrm>
            <a:off x="6131052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8" name="Shape 596"/>
          <p:cNvSpPr/>
          <p:nvPr/>
        </p:nvSpPr>
        <p:spPr>
          <a:xfrm>
            <a:off x="6142025" y="3275381"/>
            <a:ext cx="119786" cy="119786"/>
          </a:xfrm>
          <a:prstGeom prst="rect">
            <a:avLst/>
          </a:prstGeom>
          <a:solidFill>
            <a:srgbClr val="2E3D4A"/>
          </a:solidFill>
          <a:ln w="9525">
            <a:solidFill>
              <a:srgbClr val="4A6B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9" name="Shape 597"/>
          <p:cNvSpPr/>
          <p:nvPr/>
        </p:nvSpPr>
        <p:spPr>
          <a:xfrm>
            <a:off x="6272784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0" name="Shape 598"/>
          <p:cNvSpPr/>
          <p:nvPr/>
        </p:nvSpPr>
        <p:spPr>
          <a:xfrm>
            <a:off x="6414516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1" name="Shape 599"/>
          <p:cNvSpPr/>
          <p:nvPr/>
        </p:nvSpPr>
        <p:spPr>
          <a:xfrm>
            <a:off x="6556248" y="326440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2" name="Shape 600"/>
          <p:cNvSpPr/>
          <p:nvPr/>
        </p:nvSpPr>
        <p:spPr>
          <a:xfrm>
            <a:off x="6697980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3" name="Shape 601"/>
          <p:cNvSpPr/>
          <p:nvPr/>
        </p:nvSpPr>
        <p:spPr>
          <a:xfrm>
            <a:off x="6839712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" name="Shape 602"/>
          <p:cNvSpPr/>
          <p:nvPr/>
        </p:nvSpPr>
        <p:spPr>
          <a:xfrm>
            <a:off x="6981444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5" name="Shape 603"/>
          <p:cNvSpPr/>
          <p:nvPr/>
        </p:nvSpPr>
        <p:spPr>
          <a:xfrm>
            <a:off x="7123176" y="326440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6" name="Shape 604"/>
          <p:cNvSpPr/>
          <p:nvPr/>
        </p:nvSpPr>
        <p:spPr>
          <a:xfrm>
            <a:off x="4572000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7" name="Shape 605"/>
          <p:cNvSpPr/>
          <p:nvPr/>
        </p:nvSpPr>
        <p:spPr>
          <a:xfrm>
            <a:off x="4713732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8" name="Shape 606"/>
          <p:cNvSpPr/>
          <p:nvPr/>
        </p:nvSpPr>
        <p:spPr>
          <a:xfrm>
            <a:off x="4855464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9" name="Shape 607"/>
          <p:cNvSpPr/>
          <p:nvPr/>
        </p:nvSpPr>
        <p:spPr>
          <a:xfrm>
            <a:off x="4997196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0" name="Shape 608"/>
          <p:cNvSpPr/>
          <p:nvPr/>
        </p:nvSpPr>
        <p:spPr>
          <a:xfrm>
            <a:off x="5138928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1" name="Shape 609"/>
          <p:cNvSpPr/>
          <p:nvPr/>
        </p:nvSpPr>
        <p:spPr>
          <a:xfrm>
            <a:off x="5161605" y="3428817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2" name="Shape 610"/>
          <p:cNvSpPr/>
          <p:nvPr/>
        </p:nvSpPr>
        <p:spPr>
          <a:xfrm>
            <a:off x="5280660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3" name="Shape 611"/>
          <p:cNvSpPr/>
          <p:nvPr/>
        </p:nvSpPr>
        <p:spPr>
          <a:xfrm>
            <a:off x="5422392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" name="Shape 612"/>
          <p:cNvSpPr/>
          <p:nvPr/>
        </p:nvSpPr>
        <p:spPr>
          <a:xfrm>
            <a:off x="5564124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" name="Shape 613"/>
          <p:cNvSpPr/>
          <p:nvPr/>
        </p:nvSpPr>
        <p:spPr>
          <a:xfrm>
            <a:off x="5705856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" name="Shape 614"/>
          <p:cNvSpPr/>
          <p:nvPr/>
        </p:nvSpPr>
        <p:spPr>
          <a:xfrm>
            <a:off x="5716829" y="3417113"/>
            <a:ext cx="119786" cy="119786"/>
          </a:xfrm>
          <a:prstGeom prst="rect">
            <a:avLst/>
          </a:prstGeom>
          <a:solidFill>
            <a:srgbClr val="C9A227"/>
          </a:solidFill>
          <a:ln w="9525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7" name="Shape 615"/>
          <p:cNvSpPr/>
          <p:nvPr/>
        </p:nvSpPr>
        <p:spPr>
          <a:xfrm>
            <a:off x="5847588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8" name="Shape 616"/>
          <p:cNvSpPr/>
          <p:nvPr/>
        </p:nvSpPr>
        <p:spPr>
          <a:xfrm>
            <a:off x="5989320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9" name="Shape 617"/>
          <p:cNvSpPr/>
          <p:nvPr/>
        </p:nvSpPr>
        <p:spPr>
          <a:xfrm>
            <a:off x="6131052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0" name="Shape 618"/>
          <p:cNvSpPr/>
          <p:nvPr/>
        </p:nvSpPr>
        <p:spPr>
          <a:xfrm>
            <a:off x="6272784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1" name="Shape 619"/>
          <p:cNvSpPr/>
          <p:nvPr/>
        </p:nvSpPr>
        <p:spPr>
          <a:xfrm>
            <a:off x="6414516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2" name="Shape 620"/>
          <p:cNvSpPr/>
          <p:nvPr/>
        </p:nvSpPr>
        <p:spPr>
          <a:xfrm>
            <a:off x="6556248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3" name="Shape 621"/>
          <p:cNvSpPr/>
          <p:nvPr/>
        </p:nvSpPr>
        <p:spPr>
          <a:xfrm>
            <a:off x="6578925" y="3428817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4" name="Shape 622"/>
          <p:cNvSpPr/>
          <p:nvPr/>
        </p:nvSpPr>
        <p:spPr>
          <a:xfrm>
            <a:off x="6697980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5" name="Shape 623"/>
          <p:cNvSpPr/>
          <p:nvPr/>
        </p:nvSpPr>
        <p:spPr>
          <a:xfrm>
            <a:off x="6839712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6" name="Shape 624"/>
          <p:cNvSpPr/>
          <p:nvPr/>
        </p:nvSpPr>
        <p:spPr>
          <a:xfrm>
            <a:off x="6981444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7" name="Shape 625"/>
          <p:cNvSpPr/>
          <p:nvPr/>
        </p:nvSpPr>
        <p:spPr>
          <a:xfrm>
            <a:off x="7123176" y="340614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8" name="Shape 626"/>
          <p:cNvSpPr/>
          <p:nvPr/>
        </p:nvSpPr>
        <p:spPr>
          <a:xfrm>
            <a:off x="4572000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9" name="Shape 627"/>
          <p:cNvSpPr/>
          <p:nvPr/>
        </p:nvSpPr>
        <p:spPr>
          <a:xfrm>
            <a:off x="4713732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0" name="Shape 628"/>
          <p:cNvSpPr/>
          <p:nvPr/>
        </p:nvSpPr>
        <p:spPr>
          <a:xfrm>
            <a:off x="4855464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1" name="Shape 629"/>
          <p:cNvSpPr/>
          <p:nvPr/>
        </p:nvSpPr>
        <p:spPr>
          <a:xfrm>
            <a:off x="4997196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2" name="Shape 630"/>
          <p:cNvSpPr/>
          <p:nvPr/>
        </p:nvSpPr>
        <p:spPr>
          <a:xfrm>
            <a:off x="5138928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3" name="Shape 631"/>
          <p:cNvSpPr/>
          <p:nvPr/>
        </p:nvSpPr>
        <p:spPr>
          <a:xfrm>
            <a:off x="5280660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4" name="Shape 632"/>
          <p:cNvSpPr/>
          <p:nvPr/>
        </p:nvSpPr>
        <p:spPr>
          <a:xfrm>
            <a:off x="5422392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" name="Shape 633"/>
          <p:cNvSpPr/>
          <p:nvPr/>
        </p:nvSpPr>
        <p:spPr>
          <a:xfrm>
            <a:off x="5433365" y="3558845"/>
            <a:ext cx="119786" cy="119786"/>
          </a:xfrm>
          <a:prstGeom prst="rect">
            <a:avLst/>
          </a:prstGeom>
          <a:solidFill>
            <a:srgbClr val="2E3D4A"/>
          </a:solidFill>
          <a:ln w="9525">
            <a:solidFill>
              <a:srgbClr val="4A6B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6" name="Shape 634"/>
          <p:cNvSpPr/>
          <p:nvPr/>
        </p:nvSpPr>
        <p:spPr>
          <a:xfrm>
            <a:off x="5564124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7" name="Shape 635"/>
          <p:cNvSpPr/>
          <p:nvPr/>
        </p:nvSpPr>
        <p:spPr>
          <a:xfrm>
            <a:off x="5705856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8" name="Shape 636"/>
          <p:cNvSpPr/>
          <p:nvPr/>
        </p:nvSpPr>
        <p:spPr>
          <a:xfrm>
            <a:off x="5847588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9" name="Shape 637"/>
          <p:cNvSpPr/>
          <p:nvPr/>
        </p:nvSpPr>
        <p:spPr>
          <a:xfrm>
            <a:off x="5989320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0" name="Shape 638"/>
          <p:cNvSpPr/>
          <p:nvPr/>
        </p:nvSpPr>
        <p:spPr>
          <a:xfrm>
            <a:off x="6131052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1" name="Shape 639"/>
          <p:cNvSpPr/>
          <p:nvPr/>
        </p:nvSpPr>
        <p:spPr>
          <a:xfrm>
            <a:off x="6272784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2" name="Shape 640"/>
          <p:cNvSpPr/>
          <p:nvPr/>
        </p:nvSpPr>
        <p:spPr>
          <a:xfrm>
            <a:off x="6283757" y="3558845"/>
            <a:ext cx="119786" cy="119786"/>
          </a:xfrm>
          <a:prstGeom prst="rect">
            <a:avLst/>
          </a:prstGeom>
          <a:solidFill>
            <a:srgbClr val="C9A227"/>
          </a:solidFill>
          <a:ln w="9525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3" name="Shape 641"/>
          <p:cNvSpPr/>
          <p:nvPr/>
        </p:nvSpPr>
        <p:spPr>
          <a:xfrm>
            <a:off x="6414516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4" name="Shape 642"/>
          <p:cNvSpPr/>
          <p:nvPr/>
        </p:nvSpPr>
        <p:spPr>
          <a:xfrm>
            <a:off x="6556248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" name="Shape 643"/>
          <p:cNvSpPr/>
          <p:nvPr/>
        </p:nvSpPr>
        <p:spPr>
          <a:xfrm>
            <a:off x="6697980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6" name="Shape 644"/>
          <p:cNvSpPr/>
          <p:nvPr/>
        </p:nvSpPr>
        <p:spPr>
          <a:xfrm>
            <a:off x="6839712" y="354787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7" name="Shape 645"/>
          <p:cNvSpPr/>
          <p:nvPr/>
        </p:nvSpPr>
        <p:spPr>
          <a:xfrm>
            <a:off x="6981444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8" name="Shape 646"/>
          <p:cNvSpPr/>
          <p:nvPr/>
        </p:nvSpPr>
        <p:spPr>
          <a:xfrm>
            <a:off x="7123176" y="354787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9" name="Shape 647"/>
          <p:cNvSpPr/>
          <p:nvPr/>
        </p:nvSpPr>
        <p:spPr>
          <a:xfrm>
            <a:off x="4572000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0" name="Shape 648"/>
          <p:cNvSpPr/>
          <p:nvPr/>
        </p:nvSpPr>
        <p:spPr>
          <a:xfrm>
            <a:off x="4713732" y="368960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1" name="Shape 649"/>
          <p:cNvSpPr/>
          <p:nvPr/>
        </p:nvSpPr>
        <p:spPr>
          <a:xfrm>
            <a:off x="4855464" y="368960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2" name="Shape 650"/>
          <p:cNvSpPr/>
          <p:nvPr/>
        </p:nvSpPr>
        <p:spPr>
          <a:xfrm>
            <a:off x="4997196" y="3689604"/>
            <a:ext cx="141732" cy="141732"/>
          </a:xfrm>
          <a:prstGeom prst="rect">
            <a:avLst/>
          </a:prstGeom>
          <a:solidFill>
            <a:srgbClr val="8A743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3" name="Shape 651"/>
          <p:cNvSpPr/>
          <p:nvPr/>
        </p:nvSpPr>
        <p:spPr>
          <a:xfrm>
            <a:off x="5138928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4" name="Shape 652"/>
          <p:cNvSpPr/>
          <p:nvPr/>
        </p:nvSpPr>
        <p:spPr>
          <a:xfrm>
            <a:off x="5280660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" name="Shape 653"/>
          <p:cNvSpPr/>
          <p:nvPr/>
        </p:nvSpPr>
        <p:spPr>
          <a:xfrm>
            <a:off x="5422392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6" name="Shape 654"/>
          <p:cNvSpPr/>
          <p:nvPr/>
        </p:nvSpPr>
        <p:spPr>
          <a:xfrm>
            <a:off x="5564124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7" name="Shape 655"/>
          <p:cNvSpPr/>
          <p:nvPr/>
        </p:nvSpPr>
        <p:spPr>
          <a:xfrm>
            <a:off x="5705856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8" name="Shape 656"/>
          <p:cNvSpPr/>
          <p:nvPr/>
        </p:nvSpPr>
        <p:spPr>
          <a:xfrm>
            <a:off x="5847588" y="368960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9" name="Shape 657"/>
          <p:cNvSpPr/>
          <p:nvPr/>
        </p:nvSpPr>
        <p:spPr>
          <a:xfrm>
            <a:off x="5989320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0" name="Shape 658"/>
          <p:cNvSpPr/>
          <p:nvPr/>
        </p:nvSpPr>
        <p:spPr>
          <a:xfrm>
            <a:off x="6131052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1" name="Shape 659"/>
          <p:cNvSpPr/>
          <p:nvPr/>
        </p:nvSpPr>
        <p:spPr>
          <a:xfrm>
            <a:off x="6272784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2" name="Shape 660"/>
          <p:cNvSpPr/>
          <p:nvPr/>
        </p:nvSpPr>
        <p:spPr>
          <a:xfrm>
            <a:off x="6414516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3" name="Shape 661"/>
          <p:cNvSpPr/>
          <p:nvPr/>
        </p:nvSpPr>
        <p:spPr>
          <a:xfrm>
            <a:off x="6556248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4" name="Shape 662"/>
          <p:cNvSpPr/>
          <p:nvPr/>
        </p:nvSpPr>
        <p:spPr>
          <a:xfrm>
            <a:off x="6697980" y="3689604"/>
            <a:ext cx="141732" cy="141732"/>
          </a:xfrm>
          <a:prstGeom prst="rect">
            <a:avLst/>
          </a:prstGeom>
          <a:solidFill>
            <a:srgbClr val="3370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" name="Shape 663"/>
          <p:cNvSpPr/>
          <p:nvPr/>
        </p:nvSpPr>
        <p:spPr>
          <a:xfrm>
            <a:off x="6839712" y="368960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6" name="Shape 664"/>
          <p:cNvSpPr/>
          <p:nvPr/>
        </p:nvSpPr>
        <p:spPr>
          <a:xfrm>
            <a:off x="6981444" y="368960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7" name="Shape 665"/>
          <p:cNvSpPr/>
          <p:nvPr/>
        </p:nvSpPr>
        <p:spPr>
          <a:xfrm>
            <a:off x="7123176" y="368960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8" name="Shape 666"/>
          <p:cNvSpPr/>
          <p:nvPr/>
        </p:nvSpPr>
        <p:spPr>
          <a:xfrm>
            <a:off x="4572000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9" name="Shape 667"/>
          <p:cNvSpPr/>
          <p:nvPr/>
        </p:nvSpPr>
        <p:spPr>
          <a:xfrm>
            <a:off x="4713732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0" name="Shape 668"/>
          <p:cNvSpPr/>
          <p:nvPr/>
        </p:nvSpPr>
        <p:spPr>
          <a:xfrm>
            <a:off x="4855464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1" name="Shape 669"/>
          <p:cNvSpPr/>
          <p:nvPr/>
        </p:nvSpPr>
        <p:spPr>
          <a:xfrm>
            <a:off x="4997196" y="3831336"/>
            <a:ext cx="141732" cy="141732"/>
          </a:xfrm>
          <a:prstGeom prst="rect">
            <a:avLst/>
          </a:prstGeom>
          <a:solidFill>
            <a:srgbClr val="8A743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2" name="Shape 670"/>
          <p:cNvSpPr/>
          <p:nvPr/>
        </p:nvSpPr>
        <p:spPr>
          <a:xfrm>
            <a:off x="5138928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3" name="Shape 671"/>
          <p:cNvSpPr/>
          <p:nvPr/>
        </p:nvSpPr>
        <p:spPr>
          <a:xfrm>
            <a:off x="5280660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4" name="Shape 672"/>
          <p:cNvSpPr/>
          <p:nvPr/>
        </p:nvSpPr>
        <p:spPr>
          <a:xfrm>
            <a:off x="5422392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5" name="Shape 673"/>
          <p:cNvSpPr/>
          <p:nvPr/>
        </p:nvSpPr>
        <p:spPr>
          <a:xfrm>
            <a:off x="5564124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6" name="Shape 674"/>
          <p:cNvSpPr/>
          <p:nvPr/>
        </p:nvSpPr>
        <p:spPr>
          <a:xfrm>
            <a:off x="5586801" y="3854013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7" name="Shape 675"/>
          <p:cNvSpPr/>
          <p:nvPr/>
        </p:nvSpPr>
        <p:spPr>
          <a:xfrm>
            <a:off x="5705856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8" name="Shape 676"/>
          <p:cNvSpPr/>
          <p:nvPr/>
        </p:nvSpPr>
        <p:spPr>
          <a:xfrm>
            <a:off x="5847588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9" name="Shape 677"/>
          <p:cNvSpPr/>
          <p:nvPr/>
        </p:nvSpPr>
        <p:spPr>
          <a:xfrm>
            <a:off x="5989320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0" name="Shape 678"/>
          <p:cNvSpPr/>
          <p:nvPr/>
        </p:nvSpPr>
        <p:spPr>
          <a:xfrm>
            <a:off x="6131052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1" name="Shape 679"/>
          <p:cNvSpPr/>
          <p:nvPr/>
        </p:nvSpPr>
        <p:spPr>
          <a:xfrm>
            <a:off x="6153729" y="3854013"/>
            <a:ext cx="96378" cy="96378"/>
          </a:xfrm>
          <a:prstGeom prst="ellipse">
            <a:avLst/>
          </a:prstGeom>
          <a:solidFill>
            <a:srgbClr val="6E6353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2" name="Shape 680"/>
          <p:cNvSpPr/>
          <p:nvPr/>
        </p:nvSpPr>
        <p:spPr>
          <a:xfrm>
            <a:off x="6272784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3" name="Shape 681"/>
          <p:cNvSpPr/>
          <p:nvPr/>
        </p:nvSpPr>
        <p:spPr>
          <a:xfrm>
            <a:off x="6414516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4" name="Shape 682"/>
          <p:cNvSpPr/>
          <p:nvPr/>
        </p:nvSpPr>
        <p:spPr>
          <a:xfrm>
            <a:off x="6556248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5" name="Shape 683"/>
          <p:cNvSpPr/>
          <p:nvPr/>
        </p:nvSpPr>
        <p:spPr>
          <a:xfrm>
            <a:off x="6697980" y="3831336"/>
            <a:ext cx="141732" cy="141732"/>
          </a:xfrm>
          <a:prstGeom prst="rect">
            <a:avLst/>
          </a:prstGeom>
          <a:solidFill>
            <a:srgbClr val="3370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6" name="Shape 684"/>
          <p:cNvSpPr/>
          <p:nvPr/>
        </p:nvSpPr>
        <p:spPr>
          <a:xfrm>
            <a:off x="6839712" y="3831336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7" name="Shape 685"/>
          <p:cNvSpPr/>
          <p:nvPr/>
        </p:nvSpPr>
        <p:spPr>
          <a:xfrm>
            <a:off x="6981444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8" name="Shape 686"/>
          <p:cNvSpPr/>
          <p:nvPr/>
        </p:nvSpPr>
        <p:spPr>
          <a:xfrm>
            <a:off x="7123176" y="3831336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9" name="Shape 687"/>
          <p:cNvSpPr/>
          <p:nvPr/>
        </p:nvSpPr>
        <p:spPr>
          <a:xfrm>
            <a:off x="4572000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0" name="Shape 688"/>
          <p:cNvSpPr/>
          <p:nvPr/>
        </p:nvSpPr>
        <p:spPr>
          <a:xfrm>
            <a:off x="4713732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1" name="Shape 689"/>
          <p:cNvSpPr/>
          <p:nvPr/>
        </p:nvSpPr>
        <p:spPr>
          <a:xfrm>
            <a:off x="4855464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2" name="Shape 690"/>
          <p:cNvSpPr/>
          <p:nvPr/>
        </p:nvSpPr>
        <p:spPr>
          <a:xfrm>
            <a:off x="4997196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3" name="Shape 691"/>
          <p:cNvSpPr/>
          <p:nvPr/>
        </p:nvSpPr>
        <p:spPr>
          <a:xfrm>
            <a:off x="5138928" y="3973068"/>
            <a:ext cx="141732" cy="141732"/>
          </a:xfrm>
          <a:prstGeom prst="rect">
            <a:avLst/>
          </a:prstGeom>
          <a:solidFill>
            <a:srgbClr val="8A743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4" name="Shape 692"/>
          <p:cNvSpPr/>
          <p:nvPr/>
        </p:nvSpPr>
        <p:spPr>
          <a:xfrm>
            <a:off x="5280660" y="3973068"/>
            <a:ext cx="141732" cy="141732"/>
          </a:xfrm>
          <a:prstGeom prst="rect">
            <a:avLst/>
          </a:prstGeom>
          <a:solidFill>
            <a:srgbClr val="8A743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5" name="Shape 693"/>
          <p:cNvSpPr/>
          <p:nvPr/>
        </p:nvSpPr>
        <p:spPr>
          <a:xfrm>
            <a:off x="5422392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" name="Shape 694"/>
          <p:cNvSpPr/>
          <p:nvPr/>
        </p:nvSpPr>
        <p:spPr>
          <a:xfrm>
            <a:off x="5564124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7" name="Shape 695"/>
          <p:cNvSpPr/>
          <p:nvPr/>
        </p:nvSpPr>
        <p:spPr>
          <a:xfrm>
            <a:off x="5705856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8" name="Shape 696"/>
          <p:cNvSpPr/>
          <p:nvPr/>
        </p:nvSpPr>
        <p:spPr>
          <a:xfrm>
            <a:off x="5847588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9" name="Shape 697"/>
          <p:cNvSpPr/>
          <p:nvPr/>
        </p:nvSpPr>
        <p:spPr>
          <a:xfrm>
            <a:off x="5989320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0" name="Shape 698"/>
          <p:cNvSpPr/>
          <p:nvPr/>
        </p:nvSpPr>
        <p:spPr>
          <a:xfrm>
            <a:off x="6131052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1" name="Shape 699"/>
          <p:cNvSpPr/>
          <p:nvPr/>
        </p:nvSpPr>
        <p:spPr>
          <a:xfrm>
            <a:off x="6272784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2" name="Shape 700"/>
          <p:cNvSpPr/>
          <p:nvPr/>
        </p:nvSpPr>
        <p:spPr>
          <a:xfrm>
            <a:off x="6414516" y="3973068"/>
            <a:ext cx="141732" cy="141732"/>
          </a:xfrm>
          <a:prstGeom prst="rect">
            <a:avLst/>
          </a:prstGeom>
          <a:solidFill>
            <a:srgbClr val="3370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3" name="Shape 701"/>
          <p:cNvSpPr/>
          <p:nvPr/>
        </p:nvSpPr>
        <p:spPr>
          <a:xfrm>
            <a:off x="6556248" y="3973068"/>
            <a:ext cx="141732" cy="141732"/>
          </a:xfrm>
          <a:prstGeom prst="rect">
            <a:avLst/>
          </a:prstGeom>
          <a:solidFill>
            <a:srgbClr val="3370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4" name="Shape 702"/>
          <p:cNvSpPr/>
          <p:nvPr/>
        </p:nvSpPr>
        <p:spPr>
          <a:xfrm>
            <a:off x="6697980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5" name="Shape 703"/>
          <p:cNvSpPr/>
          <p:nvPr/>
        </p:nvSpPr>
        <p:spPr>
          <a:xfrm>
            <a:off x="6839712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6" name="Shape 704"/>
          <p:cNvSpPr/>
          <p:nvPr/>
        </p:nvSpPr>
        <p:spPr>
          <a:xfrm>
            <a:off x="6981444" y="3973068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7" name="Shape 705"/>
          <p:cNvSpPr/>
          <p:nvPr/>
        </p:nvSpPr>
        <p:spPr>
          <a:xfrm>
            <a:off x="7123176" y="3973068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8" name="Shape 706"/>
          <p:cNvSpPr/>
          <p:nvPr/>
        </p:nvSpPr>
        <p:spPr>
          <a:xfrm>
            <a:off x="4572000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9" name="Shape 707"/>
          <p:cNvSpPr/>
          <p:nvPr/>
        </p:nvSpPr>
        <p:spPr>
          <a:xfrm>
            <a:off x="4713732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0" name="Shape 708"/>
          <p:cNvSpPr/>
          <p:nvPr/>
        </p:nvSpPr>
        <p:spPr>
          <a:xfrm>
            <a:off x="4855464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1" name="Shape 709"/>
          <p:cNvSpPr/>
          <p:nvPr/>
        </p:nvSpPr>
        <p:spPr>
          <a:xfrm>
            <a:off x="4997196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2" name="Shape 710"/>
          <p:cNvSpPr/>
          <p:nvPr/>
        </p:nvSpPr>
        <p:spPr>
          <a:xfrm>
            <a:off x="5138928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3" name="Shape 711"/>
          <p:cNvSpPr/>
          <p:nvPr/>
        </p:nvSpPr>
        <p:spPr>
          <a:xfrm>
            <a:off x="5280660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4" name="Shape 712"/>
          <p:cNvSpPr/>
          <p:nvPr/>
        </p:nvSpPr>
        <p:spPr>
          <a:xfrm>
            <a:off x="5422392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5" name="Shape 713"/>
          <p:cNvSpPr/>
          <p:nvPr/>
        </p:nvSpPr>
        <p:spPr>
          <a:xfrm>
            <a:off x="5564124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6" name="Shape 714"/>
          <p:cNvSpPr/>
          <p:nvPr/>
        </p:nvSpPr>
        <p:spPr>
          <a:xfrm>
            <a:off x="5705856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" name="Shape 715"/>
          <p:cNvSpPr/>
          <p:nvPr/>
        </p:nvSpPr>
        <p:spPr>
          <a:xfrm>
            <a:off x="5847588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8" name="Shape 716"/>
          <p:cNvSpPr/>
          <p:nvPr/>
        </p:nvSpPr>
        <p:spPr>
          <a:xfrm>
            <a:off x="5989320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9" name="Shape 717"/>
          <p:cNvSpPr/>
          <p:nvPr/>
        </p:nvSpPr>
        <p:spPr>
          <a:xfrm>
            <a:off x="6131052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0" name="Shape 718"/>
          <p:cNvSpPr/>
          <p:nvPr/>
        </p:nvSpPr>
        <p:spPr>
          <a:xfrm>
            <a:off x="6272784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1" name="Shape 719"/>
          <p:cNvSpPr/>
          <p:nvPr/>
        </p:nvSpPr>
        <p:spPr>
          <a:xfrm>
            <a:off x="6414516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2" name="Shape 720"/>
          <p:cNvSpPr/>
          <p:nvPr/>
        </p:nvSpPr>
        <p:spPr>
          <a:xfrm>
            <a:off x="6556248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3" name="Shape 721"/>
          <p:cNvSpPr/>
          <p:nvPr/>
        </p:nvSpPr>
        <p:spPr>
          <a:xfrm>
            <a:off x="6697980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4" name="Shape 722"/>
          <p:cNvSpPr/>
          <p:nvPr/>
        </p:nvSpPr>
        <p:spPr>
          <a:xfrm>
            <a:off x="6839712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5" name="Shape 723"/>
          <p:cNvSpPr/>
          <p:nvPr/>
        </p:nvSpPr>
        <p:spPr>
          <a:xfrm>
            <a:off x="6981444" y="4114800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6" name="Shape 724"/>
          <p:cNvSpPr/>
          <p:nvPr/>
        </p:nvSpPr>
        <p:spPr>
          <a:xfrm>
            <a:off x="7123176" y="4114800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" name="Shape 725"/>
          <p:cNvSpPr/>
          <p:nvPr/>
        </p:nvSpPr>
        <p:spPr>
          <a:xfrm>
            <a:off x="4572000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8" name="Shape 726"/>
          <p:cNvSpPr/>
          <p:nvPr/>
        </p:nvSpPr>
        <p:spPr>
          <a:xfrm>
            <a:off x="4713732" y="4256532"/>
            <a:ext cx="141732" cy="141732"/>
          </a:xfrm>
          <a:prstGeom prst="rect">
            <a:avLst/>
          </a:prstGeom>
          <a:solidFill>
            <a:srgbClr val="D9B84A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9" name="Shape 727"/>
          <p:cNvSpPr/>
          <p:nvPr/>
        </p:nvSpPr>
        <p:spPr>
          <a:xfrm>
            <a:off x="4855464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0" name="Shape 728"/>
          <p:cNvSpPr/>
          <p:nvPr/>
        </p:nvSpPr>
        <p:spPr>
          <a:xfrm>
            <a:off x="4997196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1" name="Shape 729"/>
          <p:cNvSpPr/>
          <p:nvPr/>
        </p:nvSpPr>
        <p:spPr>
          <a:xfrm>
            <a:off x="5138928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2" name="Shape 730"/>
          <p:cNvSpPr/>
          <p:nvPr/>
        </p:nvSpPr>
        <p:spPr>
          <a:xfrm>
            <a:off x="5280660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3" name="Shape 731"/>
          <p:cNvSpPr/>
          <p:nvPr/>
        </p:nvSpPr>
        <p:spPr>
          <a:xfrm>
            <a:off x="5422392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4" name="Shape 732"/>
          <p:cNvSpPr/>
          <p:nvPr/>
        </p:nvSpPr>
        <p:spPr>
          <a:xfrm>
            <a:off x="5564124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5" name="Shape 733"/>
          <p:cNvSpPr/>
          <p:nvPr/>
        </p:nvSpPr>
        <p:spPr>
          <a:xfrm>
            <a:off x="5705856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6" name="Shape 734"/>
          <p:cNvSpPr/>
          <p:nvPr/>
        </p:nvSpPr>
        <p:spPr>
          <a:xfrm>
            <a:off x="5847588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" name="Shape 735"/>
          <p:cNvSpPr/>
          <p:nvPr/>
        </p:nvSpPr>
        <p:spPr>
          <a:xfrm>
            <a:off x="5989320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8" name="Shape 736"/>
          <p:cNvSpPr/>
          <p:nvPr/>
        </p:nvSpPr>
        <p:spPr>
          <a:xfrm>
            <a:off x="6131052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9" name="Shape 737"/>
          <p:cNvSpPr/>
          <p:nvPr/>
        </p:nvSpPr>
        <p:spPr>
          <a:xfrm>
            <a:off x="6272784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0" name="Shape 738"/>
          <p:cNvSpPr/>
          <p:nvPr/>
        </p:nvSpPr>
        <p:spPr>
          <a:xfrm>
            <a:off x="6414516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1" name="Shape 739"/>
          <p:cNvSpPr/>
          <p:nvPr/>
        </p:nvSpPr>
        <p:spPr>
          <a:xfrm>
            <a:off x="6556248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2" name="Shape 740"/>
          <p:cNvSpPr/>
          <p:nvPr/>
        </p:nvSpPr>
        <p:spPr>
          <a:xfrm>
            <a:off x="6697980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3" name="Shape 741"/>
          <p:cNvSpPr/>
          <p:nvPr/>
        </p:nvSpPr>
        <p:spPr>
          <a:xfrm>
            <a:off x="6839712" y="4256532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4" name="Shape 742"/>
          <p:cNvSpPr/>
          <p:nvPr/>
        </p:nvSpPr>
        <p:spPr>
          <a:xfrm>
            <a:off x="6981444" y="4256532"/>
            <a:ext cx="141732" cy="141732"/>
          </a:xfrm>
          <a:prstGeom prst="rect">
            <a:avLst/>
          </a:prstGeom>
          <a:solidFill>
            <a:srgbClr val="5FB96F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5" name="Shape 743"/>
          <p:cNvSpPr/>
          <p:nvPr/>
        </p:nvSpPr>
        <p:spPr>
          <a:xfrm>
            <a:off x="7123176" y="4256532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6" name="Shape 744"/>
          <p:cNvSpPr/>
          <p:nvPr/>
        </p:nvSpPr>
        <p:spPr>
          <a:xfrm>
            <a:off x="4572000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" name="Shape 745"/>
          <p:cNvSpPr/>
          <p:nvPr/>
        </p:nvSpPr>
        <p:spPr>
          <a:xfrm>
            <a:off x="4713732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8" name="Shape 746"/>
          <p:cNvSpPr/>
          <p:nvPr/>
        </p:nvSpPr>
        <p:spPr>
          <a:xfrm>
            <a:off x="4855464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9" name="Shape 747"/>
          <p:cNvSpPr/>
          <p:nvPr/>
        </p:nvSpPr>
        <p:spPr>
          <a:xfrm>
            <a:off x="4997196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0" name="Shape 748"/>
          <p:cNvSpPr/>
          <p:nvPr/>
        </p:nvSpPr>
        <p:spPr>
          <a:xfrm>
            <a:off x="5138928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1" name="Shape 749"/>
          <p:cNvSpPr/>
          <p:nvPr/>
        </p:nvSpPr>
        <p:spPr>
          <a:xfrm>
            <a:off x="5280660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2" name="Shape 750"/>
          <p:cNvSpPr/>
          <p:nvPr/>
        </p:nvSpPr>
        <p:spPr>
          <a:xfrm>
            <a:off x="5422392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3" name="Shape 751"/>
          <p:cNvSpPr/>
          <p:nvPr/>
        </p:nvSpPr>
        <p:spPr>
          <a:xfrm>
            <a:off x="5564124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4" name="Shape 752"/>
          <p:cNvSpPr/>
          <p:nvPr/>
        </p:nvSpPr>
        <p:spPr>
          <a:xfrm>
            <a:off x="5705856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5" name="Shape 753"/>
          <p:cNvSpPr/>
          <p:nvPr/>
        </p:nvSpPr>
        <p:spPr>
          <a:xfrm>
            <a:off x="5847588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6" name="Shape 754"/>
          <p:cNvSpPr/>
          <p:nvPr/>
        </p:nvSpPr>
        <p:spPr>
          <a:xfrm>
            <a:off x="5989320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7" name="Shape 755"/>
          <p:cNvSpPr/>
          <p:nvPr/>
        </p:nvSpPr>
        <p:spPr>
          <a:xfrm>
            <a:off x="6131052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8" name="Shape 756"/>
          <p:cNvSpPr/>
          <p:nvPr/>
        </p:nvSpPr>
        <p:spPr>
          <a:xfrm>
            <a:off x="6272784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9" name="Shape 757"/>
          <p:cNvSpPr/>
          <p:nvPr/>
        </p:nvSpPr>
        <p:spPr>
          <a:xfrm>
            <a:off x="6414516" y="4398264"/>
            <a:ext cx="141732" cy="141732"/>
          </a:xfrm>
          <a:prstGeom prst="rect">
            <a:avLst/>
          </a:prstGeom>
          <a:solidFill>
            <a:srgbClr val="6E6353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0" name="Shape 758"/>
          <p:cNvSpPr/>
          <p:nvPr/>
        </p:nvSpPr>
        <p:spPr>
          <a:xfrm>
            <a:off x="6556248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1" name="Shape 759"/>
          <p:cNvSpPr/>
          <p:nvPr/>
        </p:nvSpPr>
        <p:spPr>
          <a:xfrm>
            <a:off x="6697980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2" name="Shape 760"/>
          <p:cNvSpPr/>
          <p:nvPr/>
        </p:nvSpPr>
        <p:spPr>
          <a:xfrm>
            <a:off x="6839712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3" name="Shape 761"/>
          <p:cNvSpPr/>
          <p:nvPr/>
        </p:nvSpPr>
        <p:spPr>
          <a:xfrm>
            <a:off x="6981444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4" name="Shape 762"/>
          <p:cNvSpPr/>
          <p:nvPr/>
        </p:nvSpPr>
        <p:spPr>
          <a:xfrm>
            <a:off x="7123176" y="4398264"/>
            <a:ext cx="141732" cy="141732"/>
          </a:xfrm>
          <a:prstGeom prst="rect">
            <a:avLst/>
          </a:prstGeom>
          <a:solidFill>
            <a:srgbClr val="171310"/>
          </a:solidFill>
          <a:ln w="3175">
            <a:solidFill>
              <a:srgbClr val="0E0B0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5" name="Shape 763"/>
          <p:cNvSpPr/>
          <p:nvPr/>
        </p:nvSpPr>
        <p:spPr>
          <a:xfrm>
            <a:off x="5595305" y="3012125"/>
            <a:ext cx="79370" cy="79370"/>
          </a:xfrm>
          <a:prstGeom prst="diamond">
            <a:avLst/>
          </a:prstGeom>
          <a:solidFill>
            <a:srgbClr val="F5EFE0"/>
          </a:solidFill>
          <a:ln w="12700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6" name="Shape 764"/>
          <p:cNvSpPr/>
          <p:nvPr/>
        </p:nvSpPr>
        <p:spPr>
          <a:xfrm>
            <a:off x="3767328" y="3193542"/>
            <a:ext cx="694944" cy="0"/>
          </a:xfrm>
          <a:prstGeom prst="line">
            <a:avLst/>
          </a:prstGeom>
          <a:noFill/>
          <a:ln w="19050">
            <a:solidFill>
              <a:srgbClr val="BFAE9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7" name="Text 765"/>
          <p:cNvSpPr/>
          <p:nvPr/>
        </p:nvSpPr>
        <p:spPr>
          <a:xfrm>
            <a:off x="3675888" y="326669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850" dirty="0"/>
          </a:p>
        </p:txBody>
      </p:sp>
      <p:sp>
        <p:nvSpPr>
          <p:cNvPr id="768" name="Shape 766"/>
          <p:cNvSpPr/>
          <p:nvPr/>
        </p:nvSpPr>
        <p:spPr>
          <a:xfrm>
            <a:off x="960120" y="482803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9" name="Text 767"/>
          <p:cNvSpPr/>
          <p:nvPr/>
        </p:nvSpPr>
        <p:spPr>
          <a:xfrm>
            <a:off x="1143000" y="4745736"/>
            <a:ext cx="13258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slot stands</a:t>
            </a:r>
            <a:endParaRPr lang="en-US" sz="850" dirty="0"/>
          </a:p>
        </p:txBody>
      </p:sp>
      <p:sp>
        <p:nvSpPr>
          <p:cNvPr id="770" name="Shape 768"/>
          <p:cNvSpPr/>
          <p:nvPr/>
        </p:nvSpPr>
        <p:spPr>
          <a:xfrm>
            <a:off x="2404872" y="4828032"/>
            <a:ext cx="118872" cy="118872"/>
          </a:xfrm>
          <a:prstGeom prst="rect">
            <a:avLst/>
          </a:prstGeom>
          <a:solidFill>
            <a:srgbClr val="2E3D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1" name="Text 769"/>
          <p:cNvSpPr/>
          <p:nvPr/>
        </p:nvSpPr>
        <p:spPr>
          <a:xfrm>
            <a:off x="2587752" y="4745736"/>
            <a:ext cx="13258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slot lowered</a:t>
            </a:r>
            <a:endParaRPr lang="en-US" sz="850" dirty="0"/>
          </a:p>
        </p:txBody>
      </p:sp>
      <p:sp>
        <p:nvSpPr>
          <p:cNvPr id="772" name="Shape 770"/>
          <p:cNvSpPr/>
          <p:nvPr/>
        </p:nvSpPr>
        <p:spPr>
          <a:xfrm>
            <a:off x="3849624" y="4818888"/>
            <a:ext cx="137160" cy="137160"/>
          </a:xfrm>
          <a:prstGeom prst="diamond">
            <a:avLst/>
          </a:prstGeom>
          <a:solidFill>
            <a:srgbClr val="F5EFE0"/>
          </a:solidFill>
          <a:ln w="12700">
            <a:solidFill>
              <a:srgbClr val="E8C9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3" name="Text 771"/>
          <p:cNvSpPr/>
          <p:nvPr/>
        </p:nvSpPr>
        <p:spPr>
          <a:xfrm>
            <a:off x="4032504" y="4745736"/>
            <a:ext cx="13258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Pickup-item </a:t>
            </a:r>
            <a:endParaRPr lang="en-US" sz="850" dirty="0"/>
          </a:p>
        </p:txBody>
      </p:sp>
      <p:sp>
        <p:nvSpPr>
          <p:cNvPr id="774" name="Shape 772"/>
          <p:cNvSpPr/>
          <p:nvPr/>
        </p:nvSpPr>
        <p:spPr>
          <a:xfrm>
            <a:off x="5294376" y="4828032"/>
            <a:ext cx="118872" cy="118872"/>
          </a:xfrm>
          <a:prstGeom prst="ellipse">
            <a:avLst/>
          </a:prstGeom>
          <a:solidFill>
            <a:srgbClr val="6E6353"/>
          </a:solidFill>
          <a:ln w="15875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5" name="Text 773"/>
          <p:cNvSpPr/>
          <p:nvPr/>
        </p:nvSpPr>
        <p:spPr>
          <a:xfrm>
            <a:off x="5477256" y="4745736"/>
            <a:ext cx="13258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— 4 pairs</a:t>
            </a:r>
            <a:endParaRPr lang="en-US" sz="850" dirty="0"/>
          </a:p>
        </p:txBody>
      </p:sp>
      <p:sp>
        <p:nvSpPr>
          <p:cNvPr id="776" name="Shape 774"/>
          <p:cNvSpPr/>
          <p:nvPr/>
        </p:nvSpPr>
        <p:spPr>
          <a:xfrm>
            <a:off x="6739128" y="4828032"/>
            <a:ext cx="118872" cy="118872"/>
          </a:xfrm>
          <a:prstGeom prst="rect">
            <a:avLst/>
          </a:prstGeom>
          <a:solidFill>
            <a:srgbClr val="D05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7" name="Text 775"/>
          <p:cNvSpPr/>
          <p:nvPr/>
        </p:nvSpPr>
        <p:spPr>
          <a:xfrm>
            <a:off x="6922008" y="4745736"/>
            <a:ext cx="13258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corner</a:t>
            </a:r>
            <a:endParaRPr lang="en-US" sz="850" dirty="0"/>
          </a:p>
        </p:txBody>
      </p:sp>
      <p:sp>
        <p:nvSpPr>
          <p:cNvPr id="778" name="Text 776"/>
          <p:cNvSpPr/>
          <p:nvPr/>
        </p:nvSpPr>
        <p:spPr>
          <a:xfrm>
            <a:off x="960120" y="51937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BFA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rising wall blocks slides and shares no liberties — the toggle itself settles captures, and whatever it covers is buried.</a:t>
            </a:r>
            <a:endParaRPr lang="en-US" sz="1050" dirty="0"/>
          </a:p>
        </p:txBody>
      </p:sp>
      <p:sp>
        <p:nvSpPr>
          <p:cNvPr id="779" name="Shape 777"/>
          <p:cNvSpPr/>
          <p:nvPr/>
        </p:nvSpPr>
        <p:spPr>
          <a:xfrm>
            <a:off x="8641080" y="1371600"/>
            <a:ext cx="2907792" cy="1737360"/>
          </a:xfrm>
          <a:prstGeom prst="roundRect">
            <a:avLst>
              <a:gd name="adj" fmla="val 3684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0" name="Text 778"/>
          <p:cNvSpPr/>
          <p:nvPr/>
        </p:nvSpPr>
        <p:spPr>
          <a:xfrm>
            <a:off x="8851392" y="1517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 cycle</a:t>
            </a:r>
            <a:endParaRPr lang="en-US" sz="1350" dirty="0"/>
          </a:p>
        </p:txBody>
      </p:sp>
      <p:sp>
        <p:nvSpPr>
          <p:cNvPr id="781" name="Text 779"/>
          <p:cNvSpPr/>
          <p:nvPr/>
        </p:nvSpPr>
        <p:spPr>
          <a:xfrm>
            <a:off x="8851392" y="18288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slots form two diagonal rings. Every time the turn passes they trade: one pair rises, the other drops. The toggle alone can capture a group.</a:t>
            </a:r>
            <a:endParaRPr lang="en-US" sz="1050" dirty="0"/>
          </a:p>
        </p:txBody>
      </p:sp>
      <p:sp>
        <p:nvSpPr>
          <p:cNvPr id="782" name="Shape 780"/>
          <p:cNvSpPr/>
          <p:nvPr/>
        </p:nvSpPr>
        <p:spPr>
          <a:xfrm>
            <a:off x="8641080" y="3255264"/>
            <a:ext cx="2907792" cy="1874520"/>
          </a:xfrm>
          <a:prstGeom prst="roundRect">
            <a:avLst>
              <a:gd name="adj" fmla="val 3415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3" name="Text 781"/>
          <p:cNvSpPr/>
          <p:nvPr/>
        </p:nvSpPr>
        <p:spPr>
          <a:xfrm>
            <a:off x="8851392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Pickups live in the walls</a:t>
            </a:r>
            <a:endParaRPr lang="en-US" sz="1350" dirty="0"/>
          </a:p>
        </p:txBody>
      </p:sp>
      <p:sp>
        <p:nvSpPr>
          <p:cNvPr id="784" name="Text 782"/>
          <p:cNvSpPr/>
          <p:nvPr/>
        </p:nvSpPr>
        <p:spPr>
          <a:xfrm>
            <a:off x="8851392" y="3712464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Pickups sprout only on lowered slots, and a rising wall buries them. Two stay visible at most, topped up as turns pass. Phase, Brake and Breach are common — Ram is one pull in ten.</a:t>
            </a:r>
            <a:endParaRPr lang="en-US" sz="1050" dirty="0"/>
          </a:p>
        </p:txBody>
      </p:sp>
      <p:sp>
        <p:nvSpPr>
          <p:cNvPr id="785" name="Shape 783"/>
          <p:cNvSpPr/>
          <p:nvPr/>
        </p:nvSpPr>
        <p:spPr>
          <a:xfrm>
            <a:off x="8641080" y="5276088"/>
            <a:ext cx="2907792" cy="1033272"/>
          </a:xfrm>
          <a:prstGeom prst="roundRect">
            <a:avLst>
              <a:gd name="adj" fmla="val 6195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6" name="Text 784"/>
          <p:cNvSpPr/>
          <p:nvPr/>
        </p:nvSpPr>
        <p:spPr>
          <a:xfrm>
            <a:off x="8851392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portal pairs</a:t>
            </a:r>
            <a:endParaRPr lang="en-US" sz="1350" dirty="0"/>
          </a:p>
        </p:txBody>
      </p:sp>
      <p:sp>
        <p:nvSpPr>
          <p:cNvPr id="787" name="Text 785"/>
          <p:cNvSpPr/>
          <p:nvPr/>
        </p:nvSpPr>
        <p:spPr>
          <a:xfrm>
            <a:off x="8851392" y="568756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 vertical, two lateral. You land facing the center; a blocked exit cancels the jump.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RULESET, FIVE ARENAS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621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Battlefields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DRIFTLINE ·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103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FORTRESS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" y="1723644"/>
            <a:ext cx="2167128" cy="1759255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assets/theme_for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55648"/>
            <a:ext cx="2103120" cy="16952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702355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Sandbags, watchtowers,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862072" y="1371600"/>
            <a:ext cx="2103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DUNGEON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830068" y="1723644"/>
            <a:ext cx="2167128" cy="1759255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1" descr="assets/theme_dunge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072" y="1755648"/>
            <a:ext cx="2103120" cy="16952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2072" y="3702355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light in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sunken halls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84064" y="1371600"/>
            <a:ext cx="2103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 HANGAR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52060" y="1723644"/>
            <a:ext cx="2167128" cy="1759255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assets/theme_hang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1755648"/>
            <a:ext cx="2103120" cy="16952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84064" y="3702355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plates and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glow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306056" y="1371600"/>
            <a:ext cx="2103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TWILIGHT GROVE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274052" y="1723644"/>
            <a:ext cx="2167128" cy="1759255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3" descr="assets/theme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056" y="1755648"/>
            <a:ext cx="2103120" cy="16952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06056" y="3702355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Altars under dark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canopies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528048" y="1371600"/>
            <a:ext cx="2103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HARBOR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496044" y="1723644"/>
            <a:ext cx="2167128" cy="1759255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4" descr="assets/theme_harb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48" y="1755648"/>
            <a:ext cx="2103120" cy="16952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28048" y="3702355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Docks, cargo and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moored ship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40080" y="4727278"/>
            <a:ext cx="10908792" cy="914739"/>
          </a:xfrm>
          <a:prstGeom prst="roundRect">
            <a:avLst>
              <a:gd name="adj" fmla="val 5303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0"/>
          <p:cNvSpPr/>
          <p:nvPr/>
        </p:nvSpPr>
        <p:spPr>
          <a:xfrm>
            <a:off x="868680" y="49011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walls, props, backdrop and the light itself all swap between arenas — two environment moods apiece, and the host's choice follows everyone into the match.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KILL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621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&amp; Surround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DRIFTLINE ·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413248" cy="3291840"/>
          </a:xfrm>
          <a:prstGeom prst="roundRect">
            <a:avLst>
              <a:gd name="adj" fmla="val 1944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capture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into an enemy with movement to spare and it is removed on impact — no contest, no counter-play. The attacker ends its move on the victim's tile.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51560" y="3017520"/>
            <a:ext cx="475488" cy="475488"/>
          </a:xfrm>
          <a:prstGeom prst="ellipse">
            <a:avLst/>
          </a:prstGeom>
          <a:solidFill>
            <a:srgbClr val="D05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691640" y="3255264"/>
            <a:ext cx="1051560" cy="0"/>
          </a:xfrm>
          <a:prstGeom prst="line">
            <a:avLst/>
          </a:prstGeom>
          <a:noFill/>
          <a:ln w="25400">
            <a:solidFill>
              <a:srgbClr val="F5EFE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880360" y="3017520"/>
            <a:ext cx="475488" cy="475488"/>
          </a:xfrm>
          <a:prstGeom prst="ellipse">
            <a:avLst/>
          </a:prstGeom>
          <a:solidFill>
            <a:srgbClr val="5B8D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916936" y="3054096"/>
            <a:ext cx="402336" cy="402336"/>
          </a:xfrm>
          <a:prstGeom prst="line">
            <a:avLst/>
          </a:prstGeom>
          <a:noFill/>
          <a:ln w="38100">
            <a:solidFill>
              <a:srgbClr val="D05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 flipH="1">
            <a:off x="2916936" y="3054096"/>
            <a:ext cx="402336" cy="402336"/>
          </a:xfrm>
          <a:prstGeom prst="line">
            <a:avLst/>
          </a:prstGeom>
          <a:noFill/>
          <a:ln w="38100">
            <a:solidFill>
              <a:srgbClr val="D05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566160" y="3090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on impact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3675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FA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removal: −1 HP for that team.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1371600"/>
            <a:ext cx="5413248" cy="3291840"/>
          </a:xfrm>
          <a:prstGeom prst="roundRect">
            <a:avLst>
              <a:gd name="adj" fmla="val 1944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73368" y="15727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 — Go-style liberties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73368" y="19202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block shares liberties from open tiles, spawn gates and lowered wall slots; walls and portals give none. Zero liberties means capture — and your own moves can never self-capture.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301752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858000" y="301752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223760" y="301752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589520" y="301752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492240" y="338328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858000" y="338328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223760" y="338328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589520" y="338328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92240" y="374904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858000" y="374904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223760" y="374904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589520" y="374904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492240" y="411480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858000" y="411480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223760" y="411480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589520" y="4114800"/>
            <a:ext cx="365760" cy="365760"/>
          </a:xfrm>
          <a:prstGeom prst="rect">
            <a:avLst/>
          </a:prstGeom>
          <a:solidFill>
            <a:srgbClr val="1B1712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858000" y="3749040"/>
            <a:ext cx="365760" cy="365760"/>
          </a:xfrm>
          <a:prstGeom prst="rect">
            <a:avLst/>
          </a:prstGeom>
          <a:solidFill>
            <a:srgbClr val="5A4A33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908292" y="3433572"/>
            <a:ext cx="265176" cy="265176"/>
          </a:xfrm>
          <a:prstGeom prst="ellipse">
            <a:avLst/>
          </a:prstGeom>
          <a:solidFill>
            <a:srgbClr val="5B8D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908292" y="3067812"/>
            <a:ext cx="265176" cy="265176"/>
          </a:xfrm>
          <a:prstGeom prst="ellipse">
            <a:avLst/>
          </a:prstGeom>
          <a:solidFill>
            <a:srgbClr val="D05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542532" y="3433572"/>
            <a:ext cx="265176" cy="265176"/>
          </a:xfrm>
          <a:prstGeom prst="ellipse">
            <a:avLst/>
          </a:prstGeom>
          <a:solidFill>
            <a:srgbClr val="D05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274052" y="3433572"/>
            <a:ext cx="265176" cy="265176"/>
          </a:xfrm>
          <a:prstGeom prst="ellipse">
            <a:avLst/>
          </a:prstGeom>
          <a:solidFill>
            <a:srgbClr val="D05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321040" y="3127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liberties → the block is </a:t>
            </a:r>
            <a:r>
              <a:rPr lang="en-US" sz="1050" b="1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</a:t>
            </a:r>
            <a:r>
              <a:rPr lang="zh-CN" altLang="en-US" sz="1050" b="1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</a:t>
            </a:r>
            <a:endParaRPr lang="en-US" sz="1050" b="1" dirty="0"/>
          </a:p>
        </p:txBody>
      </p:sp>
      <p:sp>
        <p:nvSpPr>
          <p:cNvPr id="41" name="Text 39"/>
          <p:cNvSpPr/>
          <p:nvPr/>
        </p:nvSpPr>
        <p:spPr>
          <a:xfrm>
            <a:off x="832104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tile — mechanism wall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21040" y="4041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BFA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cause — ram, surround, wall change — is spelled out in the action preview.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4956048"/>
            <a:ext cx="10955020" cy="1371600"/>
          </a:xfrm>
          <a:prstGeom prst="roundRect">
            <a:avLst>
              <a:gd name="adj" fmla="val 4667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68680" y="5120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— FIVE IN A ROW or </a:t>
            </a:r>
            <a:r>
              <a:rPr lang="en-US" altLang="zh-CN" sz="125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TEAM STANDING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68680" y="544068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five pieces in any direction — horizontal, vertical or diagonal — for an instant victory.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144768" y="544068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has 5 HP and loses one per captured piece. Bench pieces redeploy — outlive everyone.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TOGETHER — OR AGAINST THE MACHINE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621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Multiplayer &amp;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DRIFTLINE ·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599"/>
            <a:ext cx="5413248" cy="5024439"/>
          </a:xfrm>
          <a:prstGeom prst="roundRect">
            <a:avLst>
              <a:gd name="adj" fmla="val 2047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8680" y="153619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— one host calls the shots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216622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simulates; everyone else just renders — no conflicts to argue about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plater could rejoin within 60 seconds — an AI pilots your seat meanwhile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dice and every move stay in lockstep for all four seats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44768" y="1371599"/>
            <a:ext cx="5413248" cy="5024439"/>
          </a:xfrm>
          <a:prstGeom prst="roundRect">
            <a:avLst>
              <a:gd name="adj" fmla="val 2047"/>
            </a:avLst>
          </a:prstGeom>
          <a:solidFill>
            <a:srgbClr val="26211B"/>
          </a:solidFill>
          <a:ln w="12700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73368" y="153619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it plans, but never peeks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73368" y="4216622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over isolated copies of the rules — no Unity, no future knowledge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thinks for about a quarter of a second a turn; Easy plays loose and fast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any empty chair, at local or online</a:t>
            </a:r>
            <a:endParaRPr lang="en-US" sz="1200" dirty="0"/>
          </a:p>
        </p:txBody>
      </p:sp>
      <p:pic>
        <p:nvPicPr>
          <p:cNvPr id="13" name="Image 0" descr="assets/lan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47087"/>
            <a:ext cx="4852756" cy="2729675"/>
          </a:xfrm>
          <a:prstGeom prst="rect">
            <a:avLst/>
          </a:prstGeom>
        </p:spPr>
      </p:pic>
      <p:pic>
        <p:nvPicPr>
          <p:cNvPr id="16" name="Image 1" descr="assets/local_set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847088"/>
            <a:ext cx="4852754" cy="27296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621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DRIFTLINE ·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" y="1266444"/>
            <a:ext cx="6969591" cy="4026408"/>
          </a:xfrm>
          <a:prstGeom prst="rect">
            <a:avLst/>
          </a:prstGeom>
          <a:solidFill>
            <a:srgbClr val="3D342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assets/code_rules.png"/>
          <p:cNvPicPr>
            <a:picLocks noChangeAspect="1"/>
          </p:cNvPicPr>
          <p:nvPr/>
        </p:nvPicPr>
        <p:blipFill>
          <a:blip r:embed="rId3"/>
          <a:srcRect l="4560"/>
          <a:stretch>
            <a:fillRect/>
          </a:stretch>
        </p:blipFill>
        <p:spPr>
          <a:xfrm>
            <a:off x="640080" y="1298448"/>
            <a:ext cx="6894407" cy="3962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37057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MatchRules.cs · FindDeadBlocks() — blocks with zero liberties are captured.</a:t>
            </a:r>
            <a:endParaRPr lang="en-US" sz="105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D851951-3465-A7CF-76C5-153DF4A7923E}"/>
              </a:ext>
            </a:extLst>
          </p:cNvPr>
          <p:cNvGrpSpPr/>
          <p:nvPr/>
        </p:nvGrpSpPr>
        <p:grpSpPr>
          <a:xfrm>
            <a:off x="7772400" y="1266444"/>
            <a:ext cx="3963924" cy="1395794"/>
            <a:chOff x="8250766" y="1266444"/>
            <a:chExt cx="3485558" cy="1114861"/>
          </a:xfrm>
        </p:grpSpPr>
        <p:sp>
          <p:nvSpPr>
            <p:cNvPr id="9" name="Shape 6"/>
            <p:cNvSpPr/>
            <p:nvPr/>
          </p:nvSpPr>
          <p:spPr>
            <a:xfrm>
              <a:off x="8250766" y="1266444"/>
              <a:ext cx="3485558" cy="1114861"/>
            </a:xfrm>
            <a:prstGeom prst="rect">
              <a:avLst/>
            </a:prstGeom>
            <a:solidFill>
              <a:srgbClr val="3D34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" descr="assets/code_ai.png"/>
            <p:cNvPicPr>
              <a:picLocks noChangeAspect="1"/>
            </p:cNvPicPr>
            <p:nvPr/>
          </p:nvPicPr>
          <p:blipFill>
            <a:blip r:embed="rId4"/>
            <a:srcRect l="3223"/>
            <a:stretch>
              <a:fillRect/>
            </a:stretch>
          </p:blipFill>
          <p:spPr>
            <a:xfrm>
              <a:off x="8297332" y="1298448"/>
              <a:ext cx="3406988" cy="1050853"/>
            </a:xfrm>
            <a:prstGeom prst="rect">
              <a:avLst/>
            </a:prstGeom>
          </p:spPr>
        </p:pic>
      </p:grpSp>
      <p:sp>
        <p:nvSpPr>
          <p:cNvPr id="11" name="Text 7"/>
          <p:cNvSpPr/>
          <p:nvPr/>
        </p:nvSpPr>
        <p:spPr>
          <a:xfrm>
            <a:off x="8152818" y="257632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ComputerPlanner.cs — the beam search, on isolated copies.</a:t>
            </a:r>
            <a:endParaRPr lang="en-US" sz="10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D9CEDF7-AD5B-B40D-DC3D-4C784FAF5242}"/>
              </a:ext>
            </a:extLst>
          </p:cNvPr>
          <p:cNvGrpSpPr/>
          <p:nvPr/>
        </p:nvGrpSpPr>
        <p:grpSpPr>
          <a:xfrm>
            <a:off x="7772400" y="3168396"/>
            <a:ext cx="3963924" cy="1298829"/>
            <a:chOff x="8250766" y="3168396"/>
            <a:chExt cx="3485557" cy="1014555"/>
          </a:xfrm>
        </p:grpSpPr>
        <p:sp>
          <p:nvSpPr>
            <p:cNvPr id="12" name="Shape 8"/>
            <p:cNvSpPr/>
            <p:nvPr/>
          </p:nvSpPr>
          <p:spPr>
            <a:xfrm>
              <a:off x="8250766" y="3168396"/>
              <a:ext cx="3485557" cy="1014555"/>
            </a:xfrm>
            <a:prstGeom prst="rect">
              <a:avLst/>
            </a:prstGeom>
            <a:solidFill>
              <a:srgbClr val="3D34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3" name="Image 2" descr="assets/code_lan.png"/>
            <p:cNvPicPr>
              <a:picLocks noChangeAspect="1"/>
            </p:cNvPicPr>
            <p:nvPr/>
          </p:nvPicPr>
          <p:blipFill>
            <a:blip r:embed="rId5"/>
            <a:srcRect l="3223"/>
            <a:stretch>
              <a:fillRect/>
            </a:stretch>
          </p:blipFill>
          <p:spPr>
            <a:xfrm>
              <a:off x="8297332" y="3200400"/>
              <a:ext cx="3406987" cy="950547"/>
            </a:xfrm>
            <a:prstGeom prst="rect">
              <a:avLst/>
            </a:prstGeom>
          </p:spPr>
        </p:pic>
      </p:grpSp>
      <p:sp>
        <p:nvSpPr>
          <p:cNvPr id="14" name="Text 9"/>
          <p:cNvSpPr/>
          <p:nvPr/>
        </p:nvSpPr>
        <p:spPr>
          <a:xfrm>
            <a:off x="8152818" y="4422077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DraftlineLanRoom.cs — sequenced snapshots, version-guarded.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1034</Words>
  <Application>Microsoft Office PowerPoint</Application>
  <PresentationFormat>宽屏</PresentationFormat>
  <Paragraphs>151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Driftline — Portfolio</dc:title>
  <dc:subject>PptxGenJS Presentation</dc:subject>
  <dc:creator>PptxGenJS</dc:creator>
  <cp:lastModifiedBy>Alex Niu</cp:lastModifiedBy>
  <cp:revision>5</cp:revision>
  <dcterms:created xsi:type="dcterms:W3CDTF">2026-10-20T13:00:09Z</dcterms:created>
  <dcterms:modified xsi:type="dcterms:W3CDTF">2026-10-20T13:36:10Z</dcterms:modified>
</cp:coreProperties>
</file>